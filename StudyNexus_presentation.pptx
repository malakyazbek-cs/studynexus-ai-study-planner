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73" r:id="rId6"/>
    <p:sldId id="274" r:id="rId7"/>
    <p:sldId id="264" r:id="rId8"/>
    <p:sldId id="275" r:id="rId9"/>
    <p:sldId id="276" r:id="rId10"/>
    <p:sldId id="277" r:id="rId11"/>
    <p:sldId id="259" r:id="rId12"/>
    <p:sldId id="278" r:id="rId13"/>
    <p:sldId id="279" r:id="rId14"/>
    <p:sldId id="280" r:id="rId15"/>
    <p:sldId id="281" r:id="rId16"/>
    <p:sldId id="26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k Yazbek" userId="131de4e4151932d3" providerId="LiveId" clId="{18B0A87C-989E-429F-B8DC-5FB1003E68A4}"/>
    <pc:docChg chg="undo redo custSel addSld delSld modSld sldOrd">
      <pc:chgData name="Malak Yazbek" userId="131de4e4151932d3" providerId="LiveId" clId="{18B0A87C-989E-429F-B8DC-5FB1003E68A4}" dt="2026-07-25T17:20:18.998" v="2501" actId="12789"/>
      <pc:docMkLst>
        <pc:docMk/>
      </pc:docMkLst>
      <pc:sldChg chg="addSp delSp modSp mod modTransition">
        <pc:chgData name="Malak Yazbek" userId="131de4e4151932d3" providerId="LiveId" clId="{18B0A87C-989E-429F-B8DC-5FB1003E68A4}" dt="2026-07-16T15:37:30.315" v="922"/>
        <pc:sldMkLst>
          <pc:docMk/>
          <pc:sldMk cId="0" sldId="256"/>
        </pc:sldMkLst>
        <pc:spChg chg="mod topLvl">
          <ac:chgData name="Malak Yazbek" userId="131de4e4151932d3" providerId="LiveId" clId="{18B0A87C-989E-429F-B8DC-5FB1003E68A4}" dt="2026-07-16T14:36:48.731" v="107" actId="164"/>
          <ac:spMkLst>
            <pc:docMk/>
            <pc:sldMk cId="0" sldId="256"/>
            <ac:spMk id="2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6:48.731" v="107" actId="164"/>
          <ac:spMkLst>
            <pc:docMk/>
            <pc:sldMk cId="0" sldId="256"/>
            <ac:spMk id="3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6:48.731" v="107" actId="164"/>
          <ac:spMkLst>
            <pc:docMk/>
            <pc:sldMk cId="0" sldId="256"/>
            <ac:spMk id="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6:48.731" v="107" actId="164"/>
          <ac:spMkLst>
            <pc:docMk/>
            <pc:sldMk cId="0" sldId="256"/>
            <ac:spMk id="5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6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7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8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9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10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11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12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4:35:47.332" v="103" actId="164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Malak Yazbek" userId="131de4e4151932d3" providerId="LiveId" clId="{18B0A87C-989E-429F-B8DC-5FB1003E68A4}" dt="2026-07-16T14:34:37.679" v="54" actId="12789"/>
          <ac:spMkLst>
            <pc:docMk/>
            <pc:sldMk cId="0" sldId="256"/>
            <ac:spMk id="15" creationId="{BAC7F8C0-4639-DDEF-5F7A-F8BBCAF6DB19}"/>
          </ac:spMkLst>
        </pc:spChg>
        <pc:grpChg chg="add del mod ord">
          <ac:chgData name="Malak Yazbek" userId="131de4e4151932d3" providerId="LiveId" clId="{18B0A87C-989E-429F-B8DC-5FB1003E68A4}" dt="2026-07-16T14:35:12.371" v="61" actId="165"/>
          <ac:grpSpMkLst>
            <pc:docMk/>
            <pc:sldMk cId="0" sldId="256"/>
            <ac:grpSpMk id="14" creationId="{838222DB-C432-E54A-3631-FD6047944BDB}"/>
          </ac:grpSpMkLst>
        </pc:grpChg>
        <pc:grpChg chg="add mod">
          <ac:chgData name="Malak Yazbek" userId="131de4e4151932d3" providerId="LiveId" clId="{18B0A87C-989E-429F-B8DC-5FB1003E68A4}" dt="2026-07-16T14:36:48.731" v="107" actId="164"/>
          <ac:grpSpMkLst>
            <pc:docMk/>
            <pc:sldMk cId="0" sldId="256"/>
            <ac:grpSpMk id="16" creationId="{F014B187-CE2D-120E-E12A-A7F4F6693419}"/>
          </ac:grpSpMkLst>
        </pc:grpChg>
        <pc:grpChg chg="add mod">
          <ac:chgData name="Malak Yazbek" userId="131de4e4151932d3" providerId="LiveId" clId="{18B0A87C-989E-429F-B8DC-5FB1003E68A4}" dt="2026-07-16T14:36:54.756" v="111" actId="12789"/>
          <ac:grpSpMkLst>
            <pc:docMk/>
            <pc:sldMk cId="0" sldId="256"/>
            <ac:grpSpMk id="17" creationId="{14932B87-849C-512F-10D7-1D91C5BABFB7}"/>
          </ac:grpSpMkLst>
        </pc:grpChg>
      </pc:sldChg>
      <pc:sldChg chg="addSp delSp modSp mod modTransition">
        <pc:chgData name="Malak Yazbek" userId="131de4e4151932d3" providerId="LiveId" clId="{18B0A87C-989E-429F-B8DC-5FB1003E68A4}" dt="2026-07-16T15:37:30.315" v="922"/>
        <pc:sldMkLst>
          <pc:docMk/>
          <pc:sldMk cId="0" sldId="257"/>
        </pc:sldMkLst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2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3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5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6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7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8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9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0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1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2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3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53.197" v="887" actId="164"/>
          <ac:spMkLst>
            <pc:docMk/>
            <pc:sldMk cId="0" sldId="257"/>
            <ac:spMk id="15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53.197" v="887" actId="164"/>
          <ac:spMkLst>
            <pc:docMk/>
            <pc:sldMk cId="0" sldId="257"/>
            <ac:spMk id="16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7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8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19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5:31:48.345" v="886" actId="165"/>
          <ac:spMkLst>
            <pc:docMk/>
            <pc:sldMk cId="0" sldId="257"/>
            <ac:spMk id="20" creationId="{00000000-0000-0000-0000-000000000000}"/>
          </ac:spMkLst>
        </pc:spChg>
        <pc:spChg chg="add mod topLvl">
          <ac:chgData name="Malak Yazbek" userId="131de4e4151932d3" providerId="LiveId" clId="{18B0A87C-989E-429F-B8DC-5FB1003E68A4}" dt="2026-07-16T15:31:59.783" v="891" actId="12789"/>
          <ac:spMkLst>
            <pc:docMk/>
            <pc:sldMk cId="0" sldId="257"/>
            <ac:spMk id="21" creationId="{7994CCA7-40BF-1E4E-40E5-26CAEA55EAF1}"/>
          </ac:spMkLst>
        </pc:spChg>
        <pc:grpChg chg="add del mod">
          <ac:chgData name="Malak Yazbek" userId="131de4e4151932d3" providerId="LiveId" clId="{18B0A87C-989E-429F-B8DC-5FB1003E68A4}" dt="2026-07-16T14:38:33.890" v="122" actId="165"/>
          <ac:grpSpMkLst>
            <pc:docMk/>
            <pc:sldMk cId="0" sldId="257"/>
            <ac:grpSpMk id="22" creationId="{DEA8CC82-30F6-504C-BEF0-020142B0ADFF}"/>
          </ac:grpSpMkLst>
        </pc:grpChg>
        <pc:grpChg chg="add del mod">
          <ac:chgData name="Malak Yazbek" userId="131de4e4151932d3" providerId="LiveId" clId="{18B0A87C-989E-429F-B8DC-5FB1003E68A4}" dt="2026-07-16T14:40:24.487" v="145" actId="165"/>
          <ac:grpSpMkLst>
            <pc:docMk/>
            <pc:sldMk cId="0" sldId="257"/>
            <ac:grpSpMk id="23" creationId="{DC3A61E5-C664-7692-D3C5-7FD1033BCD4A}"/>
          </ac:grpSpMkLst>
        </pc:grpChg>
        <pc:grpChg chg="add del mod">
          <ac:chgData name="Malak Yazbek" userId="131de4e4151932d3" providerId="LiveId" clId="{18B0A87C-989E-429F-B8DC-5FB1003E68A4}" dt="2026-07-16T14:40:40.005" v="147" actId="165"/>
          <ac:grpSpMkLst>
            <pc:docMk/>
            <pc:sldMk cId="0" sldId="257"/>
            <ac:grpSpMk id="24" creationId="{D952EF6F-A0C3-FC73-4615-A85EF34F7A52}"/>
          </ac:grpSpMkLst>
        </pc:grpChg>
        <pc:grpChg chg="add del mod ord">
          <ac:chgData name="Malak Yazbek" userId="131de4e4151932d3" providerId="LiveId" clId="{18B0A87C-989E-429F-B8DC-5FB1003E68A4}" dt="2026-07-16T14:48:56.847" v="258" actId="165"/>
          <ac:grpSpMkLst>
            <pc:docMk/>
            <pc:sldMk cId="0" sldId="257"/>
            <ac:grpSpMk id="25" creationId="{7066A6DD-9C09-3852-6ED5-46320646F7CC}"/>
          </ac:grpSpMkLst>
        </pc:grpChg>
        <pc:grpChg chg="add mod topLvl">
          <ac:chgData name="Malak Yazbek" userId="131de4e4151932d3" providerId="LiveId" clId="{18B0A87C-989E-429F-B8DC-5FB1003E68A4}" dt="2026-07-16T15:31:48.345" v="886" actId="165"/>
          <ac:grpSpMkLst>
            <pc:docMk/>
            <pc:sldMk cId="0" sldId="257"/>
            <ac:grpSpMk id="26" creationId="{6A3EC746-0E64-C316-0349-7C9AD45ED10A}"/>
          </ac:grpSpMkLst>
        </pc:grpChg>
        <pc:grpChg chg="add del mod">
          <ac:chgData name="Malak Yazbek" userId="131de4e4151932d3" providerId="LiveId" clId="{18B0A87C-989E-429F-B8DC-5FB1003E68A4}" dt="2026-07-16T15:03:23.836" v="378" actId="165"/>
          <ac:grpSpMkLst>
            <pc:docMk/>
            <pc:sldMk cId="0" sldId="257"/>
            <ac:grpSpMk id="27" creationId="{4F81498C-4FC2-5625-FECA-448CF63C117F}"/>
          </ac:grpSpMkLst>
        </pc:grpChg>
        <pc:grpChg chg="add del mod">
          <ac:chgData name="Malak Yazbek" userId="131de4e4151932d3" providerId="LiveId" clId="{18B0A87C-989E-429F-B8DC-5FB1003E68A4}" dt="2026-07-16T14:54:06.112" v="294" actId="165"/>
          <ac:grpSpMkLst>
            <pc:docMk/>
            <pc:sldMk cId="0" sldId="257"/>
            <ac:grpSpMk id="28" creationId="{360AABE6-D656-1B40-EEDA-CEBDFAFB64C1}"/>
          </ac:grpSpMkLst>
        </pc:grpChg>
        <pc:grpChg chg="add del mod">
          <ac:chgData name="Malak Yazbek" userId="131de4e4151932d3" providerId="LiveId" clId="{18B0A87C-989E-429F-B8DC-5FB1003E68A4}" dt="2026-07-16T14:57:30.237" v="329" actId="165"/>
          <ac:grpSpMkLst>
            <pc:docMk/>
            <pc:sldMk cId="0" sldId="257"/>
            <ac:grpSpMk id="29" creationId="{CEF1AD1E-94B2-00C2-D378-CA5385E9758B}"/>
          </ac:grpSpMkLst>
        </pc:grpChg>
        <pc:grpChg chg="add del mod">
          <ac:chgData name="Malak Yazbek" userId="131de4e4151932d3" providerId="LiveId" clId="{18B0A87C-989E-429F-B8DC-5FB1003E68A4}" dt="2026-07-16T14:55:30.184" v="306" actId="165"/>
          <ac:grpSpMkLst>
            <pc:docMk/>
            <pc:sldMk cId="0" sldId="257"/>
            <ac:grpSpMk id="30" creationId="{55759D8C-FA4B-6D77-AEBA-6498AB106038}"/>
          </ac:grpSpMkLst>
        </pc:grpChg>
        <pc:grpChg chg="add del mod topLvl">
          <ac:chgData name="Malak Yazbek" userId="131de4e4151932d3" providerId="LiveId" clId="{18B0A87C-989E-429F-B8DC-5FB1003E68A4}" dt="2026-07-16T15:00:54.881" v="366" actId="165"/>
          <ac:grpSpMkLst>
            <pc:docMk/>
            <pc:sldMk cId="0" sldId="257"/>
            <ac:grpSpMk id="31" creationId="{977003D5-9976-6925-6719-04431BEBBC3A}"/>
          </ac:grpSpMkLst>
        </pc:grpChg>
        <pc:grpChg chg="add del mod topLvl">
          <ac:chgData name="Malak Yazbek" userId="131de4e4151932d3" providerId="LiveId" clId="{18B0A87C-989E-429F-B8DC-5FB1003E68A4}" dt="2026-07-16T14:59:48.946" v="356" actId="165"/>
          <ac:grpSpMkLst>
            <pc:docMk/>
            <pc:sldMk cId="0" sldId="257"/>
            <ac:grpSpMk id="32" creationId="{E20DDCC3-585A-F6C8-108B-1D755477B600}"/>
          </ac:grpSpMkLst>
        </pc:grpChg>
        <pc:grpChg chg="add del mod topLvl">
          <ac:chgData name="Malak Yazbek" userId="131de4e4151932d3" providerId="LiveId" clId="{18B0A87C-989E-429F-B8DC-5FB1003E68A4}" dt="2026-07-16T15:00:05.048" v="360" actId="165"/>
          <ac:grpSpMkLst>
            <pc:docMk/>
            <pc:sldMk cId="0" sldId="257"/>
            <ac:grpSpMk id="33" creationId="{ECEC43C9-42DF-4885-828D-58143AA37E03}"/>
          </ac:grpSpMkLst>
        </pc:grpChg>
        <pc:grpChg chg="add mod">
          <ac:chgData name="Malak Yazbek" userId="131de4e4151932d3" providerId="LiveId" clId="{18B0A87C-989E-429F-B8DC-5FB1003E68A4}" dt="2026-07-16T14:58:48.003" v="348" actId="164"/>
          <ac:grpSpMkLst>
            <pc:docMk/>
            <pc:sldMk cId="0" sldId="257"/>
            <ac:grpSpMk id="34" creationId="{22F76811-364E-FF66-2FB1-DB8E69495A58}"/>
          </ac:grpSpMkLst>
        </pc:grpChg>
        <pc:grpChg chg="add del mod topLvl">
          <ac:chgData name="Malak Yazbek" userId="131de4e4151932d3" providerId="LiveId" clId="{18B0A87C-989E-429F-B8DC-5FB1003E68A4}" dt="2026-07-16T15:00:00.242" v="358" actId="165"/>
          <ac:grpSpMkLst>
            <pc:docMk/>
            <pc:sldMk cId="0" sldId="257"/>
            <ac:grpSpMk id="35" creationId="{DDECC70F-ACF0-B92E-C002-42A9DB1F6C67}"/>
          </ac:grpSpMkLst>
        </pc:grpChg>
        <pc:grpChg chg="add del mod">
          <ac:chgData name="Malak Yazbek" userId="131de4e4151932d3" providerId="LiveId" clId="{18B0A87C-989E-429F-B8DC-5FB1003E68A4}" dt="2026-07-16T14:59:43.444" v="355" actId="165"/>
          <ac:grpSpMkLst>
            <pc:docMk/>
            <pc:sldMk cId="0" sldId="257"/>
            <ac:grpSpMk id="36" creationId="{CDCE5192-77B2-D454-C029-98DB98A818BE}"/>
          </ac:grpSpMkLst>
        </pc:grpChg>
        <pc:grpChg chg="add mod">
          <ac:chgData name="Malak Yazbek" userId="131de4e4151932d3" providerId="LiveId" clId="{18B0A87C-989E-429F-B8DC-5FB1003E68A4}" dt="2026-07-16T15:31:48.345" v="886" actId="165"/>
          <ac:grpSpMkLst>
            <pc:docMk/>
            <pc:sldMk cId="0" sldId="257"/>
            <ac:grpSpMk id="37" creationId="{8DA77825-2370-585E-27C8-3FA4633BDB9A}"/>
          </ac:grpSpMkLst>
        </pc:grpChg>
        <pc:grpChg chg="add mod topLvl">
          <ac:chgData name="Malak Yazbek" userId="131de4e4151932d3" providerId="LiveId" clId="{18B0A87C-989E-429F-B8DC-5FB1003E68A4}" dt="2026-07-16T15:31:53.197" v="887" actId="164"/>
          <ac:grpSpMkLst>
            <pc:docMk/>
            <pc:sldMk cId="0" sldId="257"/>
            <ac:grpSpMk id="38" creationId="{BC2AB73F-CFE9-F8C7-0AD0-95E3C39C0930}"/>
          </ac:grpSpMkLst>
        </pc:grpChg>
        <pc:grpChg chg="add mod">
          <ac:chgData name="Malak Yazbek" userId="131de4e4151932d3" providerId="LiveId" clId="{18B0A87C-989E-429F-B8DC-5FB1003E68A4}" dt="2026-07-16T15:31:48.345" v="886" actId="165"/>
          <ac:grpSpMkLst>
            <pc:docMk/>
            <pc:sldMk cId="0" sldId="257"/>
            <ac:grpSpMk id="39" creationId="{D82EC5A7-F784-9043-6AF1-4DBAFE1039D8}"/>
          </ac:grpSpMkLst>
        </pc:grpChg>
        <pc:grpChg chg="add mod topLvl">
          <ac:chgData name="Malak Yazbek" userId="131de4e4151932d3" providerId="LiveId" clId="{18B0A87C-989E-429F-B8DC-5FB1003E68A4}" dt="2026-07-16T15:31:53.197" v="887" actId="164"/>
          <ac:grpSpMkLst>
            <pc:docMk/>
            <pc:sldMk cId="0" sldId="257"/>
            <ac:grpSpMk id="40" creationId="{9133A4DE-A743-D2BB-2BD7-E19A8CA40B32}"/>
          </ac:grpSpMkLst>
        </pc:grpChg>
        <pc:grpChg chg="add mod topLvl">
          <ac:chgData name="Malak Yazbek" userId="131de4e4151932d3" providerId="LiveId" clId="{18B0A87C-989E-429F-B8DC-5FB1003E68A4}" dt="2026-07-16T15:31:53.197" v="887" actId="164"/>
          <ac:grpSpMkLst>
            <pc:docMk/>
            <pc:sldMk cId="0" sldId="257"/>
            <ac:grpSpMk id="41" creationId="{6C6B8BF2-B21B-4F53-351A-AF3541A6DD4C}"/>
          </ac:grpSpMkLst>
        </pc:grpChg>
        <pc:grpChg chg="add mod topLvl">
          <ac:chgData name="Malak Yazbek" userId="131de4e4151932d3" providerId="LiveId" clId="{18B0A87C-989E-429F-B8DC-5FB1003E68A4}" dt="2026-07-16T15:31:53.197" v="887" actId="164"/>
          <ac:grpSpMkLst>
            <pc:docMk/>
            <pc:sldMk cId="0" sldId="257"/>
            <ac:grpSpMk id="42" creationId="{A9E1A099-BABD-311F-26CB-254F4C8856A2}"/>
          </ac:grpSpMkLst>
        </pc:grpChg>
        <pc:grpChg chg="add del mod topLvl">
          <ac:chgData name="Malak Yazbek" userId="131de4e4151932d3" providerId="LiveId" clId="{18B0A87C-989E-429F-B8DC-5FB1003E68A4}" dt="2026-07-16T15:26:39.295" v="865" actId="165"/>
          <ac:grpSpMkLst>
            <pc:docMk/>
            <pc:sldMk cId="0" sldId="257"/>
            <ac:grpSpMk id="43" creationId="{CB105A08-16C3-9C94-69EF-76497D16ABB2}"/>
          </ac:grpSpMkLst>
        </pc:grpChg>
        <pc:grpChg chg="add del mod">
          <ac:chgData name="Malak Yazbek" userId="131de4e4151932d3" providerId="LiveId" clId="{18B0A87C-989E-429F-B8DC-5FB1003E68A4}" dt="2026-07-16T15:06:34.539" v="406" actId="165"/>
          <ac:grpSpMkLst>
            <pc:docMk/>
            <pc:sldMk cId="0" sldId="257"/>
            <ac:grpSpMk id="44" creationId="{77CA0F21-D4EE-15A9-C14E-88823455F51C}"/>
          </ac:grpSpMkLst>
        </pc:grpChg>
        <pc:grpChg chg="add del mod topLvl">
          <ac:chgData name="Malak Yazbek" userId="131de4e4151932d3" providerId="LiveId" clId="{18B0A87C-989E-429F-B8DC-5FB1003E68A4}" dt="2026-07-16T15:26:34.507" v="864" actId="165"/>
          <ac:grpSpMkLst>
            <pc:docMk/>
            <pc:sldMk cId="0" sldId="257"/>
            <ac:grpSpMk id="45" creationId="{4FA7403C-B7A1-92C8-74C5-E55517027EE6}"/>
          </ac:grpSpMkLst>
        </pc:grpChg>
        <pc:grpChg chg="add del mod">
          <ac:chgData name="Malak Yazbek" userId="131de4e4151932d3" providerId="LiveId" clId="{18B0A87C-989E-429F-B8DC-5FB1003E68A4}" dt="2026-07-16T15:10:34.169" v="457" actId="165"/>
          <ac:grpSpMkLst>
            <pc:docMk/>
            <pc:sldMk cId="0" sldId="257"/>
            <ac:grpSpMk id="46" creationId="{97F0915F-CEF4-2D81-D09F-0D5FD67BA424}"/>
          </ac:grpSpMkLst>
        </pc:grpChg>
        <pc:grpChg chg="add mod topLvl">
          <ac:chgData name="Malak Yazbek" userId="131de4e4151932d3" providerId="LiveId" clId="{18B0A87C-989E-429F-B8DC-5FB1003E68A4}" dt="2026-07-16T15:31:53.197" v="887" actId="164"/>
          <ac:grpSpMkLst>
            <pc:docMk/>
            <pc:sldMk cId="0" sldId="257"/>
            <ac:grpSpMk id="47" creationId="{E5BD38C1-E235-664C-BDCB-A6F455CBA94D}"/>
          </ac:grpSpMkLst>
        </pc:grpChg>
        <pc:grpChg chg="add del mod">
          <ac:chgData name="Malak Yazbek" userId="131de4e4151932d3" providerId="LiveId" clId="{18B0A87C-989E-429F-B8DC-5FB1003E68A4}" dt="2026-07-16T15:12:56.163" v="493" actId="165"/>
          <ac:grpSpMkLst>
            <pc:docMk/>
            <pc:sldMk cId="0" sldId="257"/>
            <ac:grpSpMk id="48" creationId="{B1D46893-5C91-6740-5478-5E2731CCE751}"/>
          </ac:grpSpMkLst>
        </pc:grpChg>
        <pc:grpChg chg="add del mod topLvl">
          <ac:chgData name="Malak Yazbek" userId="131de4e4151932d3" providerId="LiveId" clId="{18B0A87C-989E-429F-B8DC-5FB1003E68A4}" dt="2026-07-16T15:26:27.187" v="863" actId="165"/>
          <ac:grpSpMkLst>
            <pc:docMk/>
            <pc:sldMk cId="0" sldId="257"/>
            <ac:grpSpMk id="49" creationId="{3F3A5DF0-B0A2-558A-BF96-28531CDC48A8}"/>
          </ac:grpSpMkLst>
        </pc:grpChg>
        <pc:grpChg chg="add del mod topLvl">
          <ac:chgData name="Malak Yazbek" userId="131de4e4151932d3" providerId="LiveId" clId="{18B0A87C-989E-429F-B8DC-5FB1003E68A4}" dt="2026-07-16T15:26:27.187" v="863" actId="165"/>
          <ac:grpSpMkLst>
            <pc:docMk/>
            <pc:sldMk cId="0" sldId="257"/>
            <ac:grpSpMk id="50" creationId="{D311D7DC-E4B6-2C31-B25D-4BC38673C3C1}"/>
          </ac:grpSpMkLst>
        </pc:grpChg>
        <pc:grpChg chg="add del mod topLvl">
          <ac:chgData name="Malak Yazbek" userId="131de4e4151932d3" providerId="LiveId" clId="{18B0A87C-989E-429F-B8DC-5FB1003E68A4}" dt="2026-07-16T15:26:25.034" v="862" actId="165"/>
          <ac:grpSpMkLst>
            <pc:docMk/>
            <pc:sldMk cId="0" sldId="257"/>
            <ac:grpSpMk id="51" creationId="{70D3FCE3-8707-EEDF-2280-5F16A9B4D9D5}"/>
          </ac:grpSpMkLst>
        </pc:grpChg>
        <pc:grpChg chg="add del mod">
          <ac:chgData name="Malak Yazbek" userId="131de4e4151932d3" providerId="LiveId" clId="{18B0A87C-989E-429F-B8DC-5FB1003E68A4}" dt="2026-07-16T15:18:40.370" v="608" actId="165"/>
          <ac:grpSpMkLst>
            <pc:docMk/>
            <pc:sldMk cId="0" sldId="257"/>
            <ac:grpSpMk id="52" creationId="{72E9CC71-2420-B3F5-2C3E-AD307F4781B6}"/>
          </ac:grpSpMkLst>
        </pc:grpChg>
        <pc:grpChg chg="add del mod">
          <ac:chgData name="Malak Yazbek" userId="131de4e4151932d3" providerId="LiveId" clId="{18B0A87C-989E-429F-B8DC-5FB1003E68A4}" dt="2026-07-16T15:26:21.581" v="861" actId="165"/>
          <ac:grpSpMkLst>
            <pc:docMk/>
            <pc:sldMk cId="0" sldId="257"/>
            <ac:grpSpMk id="53" creationId="{CB533F86-A009-342F-BD4F-99DBB2CE20E9}"/>
          </ac:grpSpMkLst>
        </pc:grpChg>
        <pc:grpChg chg="add mod topLvl">
          <ac:chgData name="Malak Yazbek" userId="131de4e4151932d3" providerId="LiveId" clId="{18B0A87C-989E-429F-B8DC-5FB1003E68A4}" dt="2026-07-16T15:31:53.197" v="887" actId="164"/>
          <ac:grpSpMkLst>
            <pc:docMk/>
            <pc:sldMk cId="0" sldId="257"/>
            <ac:grpSpMk id="54" creationId="{8D37825B-3E0E-E852-F1B6-D38D42A835F5}"/>
          </ac:grpSpMkLst>
        </pc:grpChg>
        <pc:grpChg chg="add del mod">
          <ac:chgData name="Malak Yazbek" userId="131de4e4151932d3" providerId="LiveId" clId="{18B0A87C-989E-429F-B8DC-5FB1003E68A4}" dt="2026-07-16T15:28:49.737" v="872" actId="165"/>
          <ac:grpSpMkLst>
            <pc:docMk/>
            <pc:sldMk cId="0" sldId="257"/>
            <ac:grpSpMk id="55" creationId="{A5E9FAA8-35AB-96DE-C391-A67DDACA5DB6}"/>
          </ac:grpSpMkLst>
        </pc:grpChg>
        <pc:grpChg chg="add del mod">
          <ac:chgData name="Malak Yazbek" userId="131de4e4151932d3" providerId="LiveId" clId="{18B0A87C-989E-429F-B8DC-5FB1003E68A4}" dt="2026-07-16T15:31:48.345" v="886" actId="165"/>
          <ac:grpSpMkLst>
            <pc:docMk/>
            <pc:sldMk cId="0" sldId="257"/>
            <ac:grpSpMk id="56" creationId="{DBFA0781-1B46-F0F0-FF0C-FECC86281F59}"/>
          </ac:grpSpMkLst>
        </pc:grpChg>
        <pc:grpChg chg="add mod">
          <ac:chgData name="Malak Yazbek" userId="131de4e4151932d3" providerId="LiveId" clId="{18B0A87C-989E-429F-B8DC-5FB1003E68A4}" dt="2026-07-16T15:29:02.490" v="877" actId="164"/>
          <ac:grpSpMkLst>
            <pc:docMk/>
            <pc:sldMk cId="0" sldId="257"/>
            <ac:grpSpMk id="57" creationId="{C2460823-5B07-43CA-8546-7A807308C5CC}"/>
          </ac:grpSpMkLst>
        </pc:grpChg>
        <pc:grpChg chg="add mod">
          <ac:chgData name="Malak Yazbek" userId="131de4e4151932d3" providerId="LiveId" clId="{18B0A87C-989E-429F-B8DC-5FB1003E68A4}" dt="2026-07-16T15:31:59.783" v="891" actId="12789"/>
          <ac:grpSpMkLst>
            <pc:docMk/>
            <pc:sldMk cId="0" sldId="257"/>
            <ac:grpSpMk id="58" creationId="{27F3A109-4DC9-F77A-FA35-ADC740C51F7B}"/>
          </ac:grpSpMkLst>
        </pc:grpChg>
      </pc:sldChg>
      <pc:sldChg chg="addSp delSp modSp mod modTransition">
        <pc:chgData name="Malak Yazbek" userId="131de4e4151932d3" providerId="LiveId" clId="{18B0A87C-989E-429F-B8DC-5FB1003E68A4}" dt="2026-07-16T18:42:43.401" v="2402" actId="12789"/>
        <pc:sldMkLst>
          <pc:docMk/>
          <pc:sldMk cId="0" sldId="258"/>
        </pc:sldMkLst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42:38.942" v="2400" actId="164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7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8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9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42:38.942" v="2400" actId="16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2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3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42:38.942" v="2400" actId="164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19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42:38.942" v="2400" actId="164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36:33.145" v="2365" actId="165"/>
          <ac:spMkLst>
            <pc:docMk/>
            <pc:sldMk cId="0" sldId="258"/>
            <ac:spMk id="24" creationId="{00000000-0000-0000-0000-000000000000}"/>
          </ac:spMkLst>
        </pc:spChg>
        <pc:spChg chg="add mod">
          <ac:chgData name="Malak Yazbek" userId="131de4e4151932d3" providerId="LiveId" clId="{18B0A87C-989E-429F-B8DC-5FB1003E68A4}" dt="2026-07-16T15:41:56.682" v="963" actId="571"/>
          <ac:spMkLst>
            <pc:docMk/>
            <pc:sldMk cId="0" sldId="258"/>
            <ac:spMk id="28" creationId="{287C5132-38F0-A4CA-2EE9-D2018453050B}"/>
          </ac:spMkLst>
        </pc:spChg>
        <pc:grpChg chg="add mod topLvl">
          <ac:chgData name="Malak Yazbek" userId="131de4e4151932d3" providerId="LiveId" clId="{18B0A87C-989E-429F-B8DC-5FB1003E68A4}" dt="2026-07-16T18:42:38.942" v="2400" actId="164"/>
          <ac:grpSpMkLst>
            <pc:docMk/>
            <pc:sldMk cId="0" sldId="258"/>
            <ac:grpSpMk id="25" creationId="{1C8829AF-4751-46FC-B084-E1E986711949}"/>
          </ac:grpSpMkLst>
        </pc:grpChg>
        <pc:grpChg chg="add mod">
          <ac:chgData name="Malak Yazbek" userId="131de4e4151932d3" providerId="LiveId" clId="{18B0A87C-989E-429F-B8DC-5FB1003E68A4}" dt="2026-07-16T18:42:43.401" v="2402" actId="12789"/>
          <ac:grpSpMkLst>
            <pc:docMk/>
            <pc:sldMk cId="0" sldId="258"/>
            <ac:grpSpMk id="26" creationId="{0ADA957C-265A-4A88-A62E-9CDCE5D19B94}"/>
          </ac:grpSpMkLst>
        </pc:grpChg>
        <pc:grpChg chg="add del mod">
          <ac:chgData name="Malak Yazbek" userId="131de4e4151932d3" providerId="LiveId" clId="{18B0A87C-989E-429F-B8DC-5FB1003E68A4}" dt="2026-07-16T15:41:13.980" v="950" actId="165"/>
          <ac:grpSpMkLst>
            <pc:docMk/>
            <pc:sldMk cId="0" sldId="258"/>
            <ac:grpSpMk id="26" creationId="{CD40A7B0-5B3E-BFB1-C131-3D04F19FFC71}"/>
          </ac:grpSpMkLst>
        </pc:grpChg>
        <pc:grpChg chg="add mod topLvl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27" creationId="{1D61CBC7-4E0E-A621-BF65-BE87BAE5C5FA}"/>
          </ac:grpSpMkLst>
        </pc:grpChg>
        <pc:grpChg chg="add del mod topLvl">
          <ac:chgData name="Malak Yazbek" userId="131de4e4151932d3" providerId="LiveId" clId="{18B0A87C-989E-429F-B8DC-5FB1003E68A4}" dt="2026-07-16T15:42:33.932" v="970" actId="165"/>
          <ac:grpSpMkLst>
            <pc:docMk/>
            <pc:sldMk cId="0" sldId="258"/>
            <ac:grpSpMk id="29" creationId="{606FA325-A206-3E23-55C4-7C941A7DC7D2}"/>
          </ac:grpSpMkLst>
        </pc:grpChg>
        <pc:grpChg chg="add del mod">
          <ac:chgData name="Malak Yazbek" userId="131de4e4151932d3" providerId="LiveId" clId="{18B0A87C-989E-429F-B8DC-5FB1003E68A4}" dt="2026-07-16T15:42:25.837" v="969" actId="165"/>
          <ac:grpSpMkLst>
            <pc:docMk/>
            <pc:sldMk cId="0" sldId="258"/>
            <ac:grpSpMk id="30" creationId="{15074BCA-A764-AED9-7CDF-9C66AF807322}"/>
          </ac:grpSpMkLst>
        </pc:grpChg>
        <pc:grpChg chg="add mod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31" creationId="{ED876E92-E1B9-9D06-53A5-309DD55B2974}"/>
          </ac:grpSpMkLst>
        </pc:grpChg>
        <pc:grpChg chg="add mod topLvl">
          <ac:chgData name="Malak Yazbek" userId="131de4e4151932d3" providerId="LiveId" clId="{18B0A87C-989E-429F-B8DC-5FB1003E68A4}" dt="2026-07-16T18:42:38.942" v="2400" actId="164"/>
          <ac:grpSpMkLst>
            <pc:docMk/>
            <pc:sldMk cId="0" sldId="258"/>
            <ac:grpSpMk id="32" creationId="{5E9CE505-2534-EA38-9DC1-A3D70D3AF822}"/>
          </ac:grpSpMkLst>
        </pc:grpChg>
        <pc:grpChg chg="add mod topLvl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33" creationId="{AD4EED8A-5713-0D26-27F0-F07F7E98B31B}"/>
          </ac:grpSpMkLst>
        </pc:grpChg>
        <pc:grpChg chg="add del mod">
          <ac:chgData name="Malak Yazbek" userId="131de4e4151932d3" providerId="LiveId" clId="{18B0A87C-989E-429F-B8DC-5FB1003E68A4}" dt="2026-07-16T15:48:16.181" v="1056" actId="165"/>
          <ac:grpSpMkLst>
            <pc:docMk/>
            <pc:sldMk cId="0" sldId="258"/>
            <ac:grpSpMk id="34" creationId="{A2213A62-F199-5938-1816-60F98372E09A}"/>
          </ac:grpSpMkLst>
        </pc:grpChg>
        <pc:grpChg chg="add mod topLvl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35" creationId="{71DBE937-2D87-10B4-5E2E-F64CFFA6638E}"/>
          </ac:grpSpMkLst>
        </pc:grpChg>
        <pc:grpChg chg="add del mod">
          <ac:chgData name="Malak Yazbek" userId="131de4e4151932d3" providerId="LiveId" clId="{18B0A87C-989E-429F-B8DC-5FB1003E68A4}" dt="2026-07-16T15:49:25.763" v="1071" actId="165"/>
          <ac:grpSpMkLst>
            <pc:docMk/>
            <pc:sldMk cId="0" sldId="258"/>
            <ac:grpSpMk id="36" creationId="{18076BDE-57F3-F980-EDB7-16B64AFC02F7}"/>
          </ac:grpSpMkLst>
        </pc:grpChg>
        <pc:grpChg chg="add mod topLvl">
          <ac:chgData name="Malak Yazbek" userId="131de4e4151932d3" providerId="LiveId" clId="{18B0A87C-989E-429F-B8DC-5FB1003E68A4}" dt="2026-07-16T18:42:38.942" v="2400" actId="164"/>
          <ac:grpSpMkLst>
            <pc:docMk/>
            <pc:sldMk cId="0" sldId="258"/>
            <ac:grpSpMk id="37" creationId="{B0FE8AFE-1B7B-00C0-624E-93F108744834}"/>
          </ac:grpSpMkLst>
        </pc:grpChg>
        <pc:grpChg chg="add mod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38" creationId="{F3EA17E4-8292-9CF0-CB4F-AE5D12A95DA6}"/>
          </ac:grpSpMkLst>
        </pc:grpChg>
        <pc:grpChg chg="add mod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39" creationId="{EB6E71C3-CD96-5D2D-032B-E979936D08F7}"/>
          </ac:grpSpMkLst>
        </pc:grpChg>
        <pc:grpChg chg="add mod topLvl">
          <ac:chgData name="Malak Yazbek" userId="131de4e4151932d3" providerId="LiveId" clId="{18B0A87C-989E-429F-B8DC-5FB1003E68A4}" dt="2026-07-16T18:42:38.942" v="2400" actId="164"/>
          <ac:grpSpMkLst>
            <pc:docMk/>
            <pc:sldMk cId="0" sldId="258"/>
            <ac:grpSpMk id="40" creationId="{9142B722-BFE1-16ED-42AA-9EEE8A3C7725}"/>
          </ac:grpSpMkLst>
        </pc:grpChg>
        <pc:grpChg chg="add mod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41" creationId="{1FFD19A5-8785-022B-6DB1-BB9947779BAC}"/>
          </ac:grpSpMkLst>
        </pc:grpChg>
        <pc:grpChg chg="add mod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42" creationId="{2F5FAB8D-94B4-D3C8-922D-B7818F113AAE}"/>
          </ac:grpSpMkLst>
        </pc:grpChg>
        <pc:grpChg chg="add mod topLvl">
          <ac:chgData name="Malak Yazbek" userId="131de4e4151932d3" providerId="LiveId" clId="{18B0A87C-989E-429F-B8DC-5FB1003E68A4}" dt="2026-07-16T18:42:38.942" v="2400" actId="164"/>
          <ac:grpSpMkLst>
            <pc:docMk/>
            <pc:sldMk cId="0" sldId="258"/>
            <ac:grpSpMk id="43" creationId="{E12502C6-480E-D8CB-A365-370221DBFAFD}"/>
          </ac:grpSpMkLst>
        </pc:grpChg>
        <pc:grpChg chg="add del mod">
          <ac:chgData name="Malak Yazbek" userId="131de4e4151932d3" providerId="LiveId" clId="{18B0A87C-989E-429F-B8DC-5FB1003E68A4}" dt="2026-07-16T18:36:33.145" v="2365" actId="165"/>
          <ac:grpSpMkLst>
            <pc:docMk/>
            <pc:sldMk cId="0" sldId="258"/>
            <ac:grpSpMk id="44" creationId="{42B1F4D7-96DB-4B76-A1C4-E8EAA560043A}"/>
          </ac:grpSpMkLst>
        </pc:grpChg>
      </pc:sldChg>
      <pc:sldChg chg="addSp delSp modSp mod modTransition">
        <pc:chgData name="Malak Yazbek" userId="131de4e4151932d3" providerId="LiveId" clId="{18B0A87C-989E-429F-B8DC-5FB1003E68A4}" dt="2026-07-16T18:39:23.777" v="2381"/>
        <pc:sldMkLst>
          <pc:docMk/>
          <pc:sldMk cId="0" sldId="259"/>
        </pc:sldMkLst>
        <pc:spChg chg="mod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5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6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7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8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9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39:23.777" v="2381"/>
          <ac:spMkLst>
            <pc:docMk/>
            <pc:sldMk cId="0" sldId="259"/>
            <ac:spMk id="10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11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8:15:38.566" v="2077" actId="165"/>
          <ac:spMkLst>
            <pc:docMk/>
            <pc:sldMk cId="0" sldId="259"/>
            <ac:spMk id="12" creationId="{00000000-0000-0000-0000-000000000000}"/>
          </ac:spMkLst>
        </pc:spChg>
        <pc:spChg chg="add mod">
          <ac:chgData name="Malak Yazbek" userId="131de4e4151932d3" providerId="LiveId" clId="{18B0A87C-989E-429F-B8DC-5FB1003E68A4}" dt="2026-07-16T18:15:59.887" v="2081" actId="12789"/>
          <ac:spMkLst>
            <pc:docMk/>
            <pc:sldMk cId="0" sldId="259"/>
            <ac:spMk id="14" creationId="{94EBB361-5FBE-1ED1-E515-94DECFC34B93}"/>
          </ac:spMkLst>
        </pc:spChg>
        <pc:grpChg chg="add mod topLvl">
          <ac:chgData name="Malak Yazbek" userId="131de4e4151932d3" providerId="LiveId" clId="{18B0A87C-989E-429F-B8DC-5FB1003E68A4}" dt="2026-07-16T18:15:38.566" v="2077" actId="165"/>
          <ac:grpSpMkLst>
            <pc:docMk/>
            <pc:sldMk cId="0" sldId="259"/>
            <ac:grpSpMk id="13" creationId="{24241E2E-99B9-BB65-9114-15E9E35B1528}"/>
          </ac:grpSpMkLst>
        </pc:grpChg>
        <pc:grpChg chg="add del mod ord">
          <ac:chgData name="Malak Yazbek" userId="131de4e4151932d3" providerId="LiveId" clId="{18B0A87C-989E-429F-B8DC-5FB1003E68A4}" dt="2026-07-16T18:16:16.952" v="2096" actId="12788"/>
          <ac:grpSpMkLst>
            <pc:docMk/>
            <pc:sldMk cId="0" sldId="259"/>
            <ac:grpSpMk id="15" creationId="{3F8A3EB3-CE05-5E9A-A7D6-823BF5F8CD2F}"/>
          </ac:grpSpMkLst>
        </pc:grpChg>
      </pc:sldChg>
      <pc:sldChg chg="addSp delSp modSp mod modTransition">
        <pc:chgData name="Malak Yazbek" userId="131de4e4151932d3" providerId="LiveId" clId="{18B0A87C-989E-429F-B8DC-5FB1003E68A4}" dt="2026-07-19T14:19:28.893" v="2458" actId="12789"/>
        <pc:sldMkLst>
          <pc:docMk/>
          <pc:sldMk cId="0" sldId="260"/>
        </pc:sldMkLst>
        <pc:spChg chg="mod topLvl">
          <ac:chgData name="Malak Yazbek" userId="131de4e4151932d3" providerId="LiveId" clId="{18B0A87C-989E-429F-B8DC-5FB1003E68A4}" dt="2026-07-16T16:37:21.757" v="1987" actId="164"/>
          <ac:spMkLst>
            <pc:docMk/>
            <pc:sldMk cId="0" sldId="260"/>
            <ac:spMk id="2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9T14:17:19.495" v="2453" actId="20577"/>
          <ac:spMkLst>
            <pc:docMk/>
            <pc:sldMk cId="0" sldId="260"/>
            <ac:spMk id="3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6:37:00.993" v="1985" actId="164"/>
          <ac:spMkLst>
            <pc:docMk/>
            <pc:sldMk cId="0" sldId="260"/>
            <ac:spMk id="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6:37:00.993" v="1985" actId="164"/>
          <ac:spMkLst>
            <pc:docMk/>
            <pc:sldMk cId="0" sldId="260"/>
            <ac:spMk id="5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9T14:18:44.269" v="2454" actId="1076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Malak Yazbek" userId="131de4e4151932d3" providerId="LiveId" clId="{18B0A87C-989E-429F-B8DC-5FB1003E68A4}" dt="2026-07-16T16:38:36.849" v="2001" actId="12789"/>
          <ac:spMkLst>
            <pc:docMk/>
            <pc:sldMk cId="0" sldId="260"/>
            <ac:spMk id="7" creationId="{C417355D-BEAB-E3C3-7489-7037921447CD}"/>
          </ac:spMkLst>
        </pc:spChg>
        <pc:grpChg chg="add del mod ord">
          <ac:chgData name="Malak Yazbek" userId="131de4e4151932d3" providerId="LiveId" clId="{18B0A87C-989E-429F-B8DC-5FB1003E68A4}" dt="2026-07-16T16:35:45.692" v="1882" actId="165"/>
          <ac:grpSpMkLst>
            <pc:docMk/>
            <pc:sldMk cId="0" sldId="260"/>
            <ac:grpSpMk id="8" creationId="{85FBC8E2-E65A-BBD4-CF85-AF4D15061378}"/>
          </ac:grpSpMkLst>
        </pc:grpChg>
        <pc:grpChg chg="add del mod topLvl">
          <ac:chgData name="Malak Yazbek" userId="131de4e4151932d3" providerId="LiveId" clId="{18B0A87C-989E-429F-B8DC-5FB1003E68A4}" dt="2026-07-16T16:36:54.262" v="1984" actId="165"/>
          <ac:grpSpMkLst>
            <pc:docMk/>
            <pc:sldMk cId="0" sldId="260"/>
            <ac:grpSpMk id="9" creationId="{5416C82A-03CE-852F-0B0A-CBCE7AACB15B}"/>
          </ac:grpSpMkLst>
        </pc:grpChg>
        <pc:grpChg chg="add del mod">
          <ac:chgData name="Malak Yazbek" userId="131de4e4151932d3" providerId="LiveId" clId="{18B0A87C-989E-429F-B8DC-5FB1003E68A4}" dt="2026-07-16T16:36:51.404" v="1983" actId="165"/>
          <ac:grpSpMkLst>
            <pc:docMk/>
            <pc:sldMk cId="0" sldId="260"/>
            <ac:grpSpMk id="10" creationId="{8E87BAC9-B39F-E803-0F3F-B19E1B68D254}"/>
          </ac:grpSpMkLst>
        </pc:grpChg>
        <pc:grpChg chg="add mod">
          <ac:chgData name="Malak Yazbek" userId="131de4e4151932d3" providerId="LiveId" clId="{18B0A87C-989E-429F-B8DC-5FB1003E68A4}" dt="2026-07-16T16:37:21.757" v="1987" actId="164"/>
          <ac:grpSpMkLst>
            <pc:docMk/>
            <pc:sldMk cId="0" sldId="260"/>
            <ac:grpSpMk id="11" creationId="{5CB8E556-E34E-A5B9-4E5A-CD20144C774C}"/>
          </ac:grpSpMkLst>
        </pc:grpChg>
        <pc:grpChg chg="add mod">
          <ac:chgData name="Malak Yazbek" userId="131de4e4151932d3" providerId="LiveId" clId="{18B0A87C-989E-429F-B8DC-5FB1003E68A4}" dt="2026-07-16T16:37:55.213" v="1993" actId="164"/>
          <ac:grpSpMkLst>
            <pc:docMk/>
            <pc:sldMk cId="0" sldId="260"/>
            <ac:grpSpMk id="12" creationId="{A88EE7B2-0849-4981-8A2C-155A6BE202DB}"/>
          </ac:grpSpMkLst>
        </pc:grpChg>
        <pc:grpChg chg="add mod">
          <ac:chgData name="Malak Yazbek" userId="131de4e4151932d3" providerId="LiveId" clId="{18B0A87C-989E-429F-B8DC-5FB1003E68A4}" dt="2026-07-19T14:19:28.893" v="2458" actId="12789"/>
          <ac:grpSpMkLst>
            <pc:docMk/>
            <pc:sldMk cId="0" sldId="260"/>
            <ac:grpSpMk id="13" creationId="{B4C41EB0-1FDF-1E75-563D-D75D50000043}"/>
          </ac:grpSpMkLst>
        </pc:grpChg>
      </pc:sldChg>
      <pc:sldChg chg="addSp delSp modSp add del mod modTransition">
        <pc:chgData name="Malak Yazbek" userId="131de4e4151932d3" providerId="LiveId" clId="{18B0A87C-989E-429F-B8DC-5FB1003E68A4}" dt="2026-07-16T15:36:31.057" v="914" actId="47"/>
        <pc:sldMkLst>
          <pc:docMk/>
          <pc:sldMk cId="0" sldId="261"/>
        </pc:sldMkLst>
        <pc:spChg chg="add del">
          <ac:chgData name="Malak Yazbek" userId="131de4e4151932d3" providerId="LiveId" clId="{18B0A87C-989E-429F-B8DC-5FB1003E68A4}" dt="2026-07-16T15:20:45.701" v="644" actId="22"/>
          <ac:spMkLst>
            <pc:docMk/>
            <pc:sldMk cId="0" sldId="261"/>
            <ac:spMk id="22" creationId="{6259039B-3CFD-58BD-25DE-22926692F5FE}"/>
          </ac:spMkLst>
        </pc:spChg>
        <pc:spChg chg="add del mod">
          <ac:chgData name="Malak Yazbek" userId="131de4e4151932d3" providerId="LiveId" clId="{18B0A87C-989E-429F-B8DC-5FB1003E68A4}" dt="2026-07-16T15:22:08.737" v="756" actId="478"/>
          <ac:spMkLst>
            <pc:docMk/>
            <pc:sldMk cId="0" sldId="261"/>
            <ac:spMk id="23" creationId="{12E34575-76B6-B5F5-AFC1-34592DE23AF8}"/>
          </ac:spMkLst>
        </pc:spChg>
      </pc:sldChg>
      <pc:sldChg chg="addSp modSp del mod modTransition">
        <pc:chgData name="Malak Yazbek" userId="131de4e4151932d3" providerId="LiveId" clId="{18B0A87C-989E-429F-B8DC-5FB1003E68A4}" dt="2026-07-16T16:04:13.382" v="1415" actId="47"/>
        <pc:sldMkLst>
          <pc:docMk/>
          <pc:sldMk cId="0" sldId="262"/>
        </pc:sldMkLst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alak Yazbek" userId="131de4e4151932d3" providerId="LiveId" clId="{18B0A87C-989E-429F-B8DC-5FB1003E68A4}" dt="2026-07-16T16:01:01.406" v="1371"/>
          <ac:spMkLst>
            <pc:docMk/>
            <pc:sldMk cId="0" sldId="262"/>
            <ac:spMk id="19" creationId="{00000000-0000-0000-0000-000000000000}"/>
          </ac:spMkLst>
        </pc:spChg>
        <pc:spChg chg="mod">
          <ac:chgData name="Malak Yazbek" userId="131de4e4151932d3" providerId="LiveId" clId="{18B0A87C-989E-429F-B8DC-5FB1003E68A4}" dt="2026-07-16T15:57:31.807" v="1240" actId="164"/>
          <ac:spMkLst>
            <pc:docMk/>
            <pc:sldMk cId="0" sldId="262"/>
            <ac:spMk id="20" creationId="{00000000-0000-0000-0000-000000000000}"/>
          </ac:spMkLst>
        </pc:spChg>
        <pc:spChg chg="add mod ord">
          <ac:chgData name="Malak Yazbek" userId="131de4e4151932d3" providerId="LiveId" clId="{18B0A87C-989E-429F-B8DC-5FB1003E68A4}" dt="2026-07-16T15:57:41.726" v="1243" actId="12789"/>
          <ac:spMkLst>
            <pc:docMk/>
            <pc:sldMk cId="0" sldId="262"/>
            <ac:spMk id="21" creationId="{17C5272D-DE58-2E31-F98B-E58E6FB868BC}"/>
          </ac:spMkLst>
        </pc:spChg>
        <pc:grpChg chg="add mod">
          <ac:chgData name="Malak Yazbek" userId="131de4e4151932d3" providerId="LiveId" clId="{18B0A87C-989E-429F-B8DC-5FB1003E68A4}" dt="2026-07-16T15:57:35.454" v="1241" actId="12788"/>
          <ac:grpSpMkLst>
            <pc:docMk/>
            <pc:sldMk cId="0" sldId="262"/>
            <ac:grpSpMk id="22" creationId="{8AEE8AF6-877F-9969-8A8F-6141B9BAFC03}"/>
          </ac:grpSpMkLst>
        </pc:grpChg>
      </pc:sldChg>
      <pc:sldChg chg="modSp del mod modTransition">
        <pc:chgData name="Malak Yazbek" userId="131de4e4151932d3" providerId="LiveId" clId="{18B0A87C-989E-429F-B8DC-5FB1003E68A4}" dt="2026-07-16T16:11:10.483" v="1515" actId="47"/>
        <pc:sldMkLst>
          <pc:docMk/>
          <pc:sldMk cId="0" sldId="263"/>
        </pc:sldMkLst>
        <pc:spChg chg="mod">
          <ac:chgData name="Malak Yazbek" userId="131de4e4151932d3" providerId="LiveId" clId="{18B0A87C-989E-429F-B8DC-5FB1003E68A4}" dt="2026-07-16T16:06:32.537" v="1443" actId="20577"/>
          <ac:spMkLst>
            <pc:docMk/>
            <pc:sldMk cId="0" sldId="263"/>
            <ac:spMk id="15" creationId="{00000000-0000-0000-0000-000000000000}"/>
          </ac:spMkLst>
        </pc:spChg>
      </pc:sldChg>
      <pc:sldChg chg="addSp delSp modSp mod modTransition">
        <pc:chgData name="Malak Yazbek" userId="131de4e4151932d3" providerId="LiveId" clId="{18B0A87C-989E-429F-B8DC-5FB1003E68A4}" dt="2026-07-16T18:43:13.437" v="2408" actId="12789"/>
        <pc:sldMkLst>
          <pc:docMk/>
          <pc:sldMk cId="0" sldId="264"/>
        </pc:sldMkLst>
        <pc:spChg chg="mod">
          <ac:chgData name="Malak Yazbek" userId="131de4e4151932d3" providerId="LiveId" clId="{18B0A87C-989E-429F-B8DC-5FB1003E68A4}" dt="2026-07-16T16:16:44.390" v="1595" actId="165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lak Yazbek" userId="131de4e4151932d3" providerId="LiveId" clId="{18B0A87C-989E-429F-B8DC-5FB1003E68A4}" dt="2026-07-16T16:16:44.390" v="1595" actId="165"/>
          <ac:spMkLst>
            <pc:docMk/>
            <pc:sldMk cId="0" sldId="264"/>
            <ac:spMk id="3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6:17:28.567" v="1603" actId="164"/>
          <ac:spMkLst>
            <pc:docMk/>
            <pc:sldMk cId="0" sldId="264"/>
            <ac:spMk id="4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6:17:23.630" v="1601" actId="164"/>
          <ac:spMkLst>
            <pc:docMk/>
            <pc:sldMk cId="0" sldId="264"/>
            <ac:spMk id="20" creationId="{00000000-0000-0000-0000-000000000000}"/>
          </ac:spMkLst>
        </pc:spChg>
        <pc:spChg chg="mod topLvl">
          <ac:chgData name="Malak Yazbek" userId="131de4e4151932d3" providerId="LiveId" clId="{18B0A87C-989E-429F-B8DC-5FB1003E68A4}" dt="2026-07-16T16:17:23.630" v="1601" actId="164"/>
          <ac:spMkLst>
            <pc:docMk/>
            <pc:sldMk cId="0" sldId="264"/>
            <ac:spMk id="21" creationId="{00000000-0000-0000-0000-000000000000}"/>
          </ac:spMkLst>
        </pc:spChg>
        <pc:spChg chg="del">
          <ac:chgData name="Malak Yazbek" userId="131de4e4151932d3" providerId="LiveId" clId="{18B0A87C-989E-429F-B8DC-5FB1003E68A4}" dt="2026-07-16T16:12:38.085" v="1541" actId="478"/>
          <ac:spMkLst>
            <pc:docMk/>
            <pc:sldMk cId="0" sldId="264"/>
            <ac:spMk id="22" creationId="{00000000-0000-0000-0000-000000000000}"/>
          </ac:spMkLst>
        </pc:spChg>
        <pc:grpChg chg="add mod topLvl">
          <ac:chgData name="Malak Yazbek" userId="131de4e4151932d3" providerId="LiveId" clId="{18B0A87C-989E-429F-B8DC-5FB1003E68A4}" dt="2026-07-16T16:17:28.567" v="1603" actId="164"/>
          <ac:grpSpMkLst>
            <pc:docMk/>
            <pc:sldMk cId="0" sldId="264"/>
            <ac:grpSpMk id="6" creationId="{6B922E7E-7C78-1D05-C844-F6B6C4B5BB36}"/>
          </ac:grpSpMkLst>
        </pc:grpChg>
        <pc:grpChg chg="add del mod">
          <ac:chgData name="Malak Yazbek" userId="131de4e4151932d3" providerId="LiveId" clId="{18B0A87C-989E-429F-B8DC-5FB1003E68A4}" dt="2026-07-16T16:13:06.654" v="1547" actId="165"/>
          <ac:grpSpMkLst>
            <pc:docMk/>
            <pc:sldMk cId="0" sldId="264"/>
            <ac:grpSpMk id="7" creationId="{2F464613-67F7-52C4-140C-3536074155CB}"/>
          </ac:grpSpMkLst>
        </pc:grpChg>
        <pc:grpChg chg="add del mod topLvl">
          <ac:chgData name="Malak Yazbek" userId="131de4e4151932d3" providerId="LiveId" clId="{18B0A87C-989E-429F-B8DC-5FB1003E68A4}" dt="2026-07-16T16:16:56.803" v="1597" actId="165"/>
          <ac:grpSpMkLst>
            <pc:docMk/>
            <pc:sldMk cId="0" sldId="264"/>
            <ac:grpSpMk id="8" creationId="{2E37C7A4-7C9A-B3AB-7707-AD16A2E56CA7}"/>
          </ac:grpSpMkLst>
        </pc:grpChg>
        <pc:grpChg chg="add del mod">
          <ac:chgData name="Malak Yazbek" userId="131de4e4151932d3" providerId="LiveId" clId="{18B0A87C-989E-429F-B8DC-5FB1003E68A4}" dt="2026-07-16T16:16:44.390" v="1595" actId="165"/>
          <ac:grpSpMkLst>
            <pc:docMk/>
            <pc:sldMk cId="0" sldId="264"/>
            <ac:grpSpMk id="9" creationId="{AA1346BD-F1EA-1072-3544-32E16DC9008A}"/>
          </ac:grpSpMkLst>
        </pc:grpChg>
        <pc:grpChg chg="add mod">
          <ac:chgData name="Malak Yazbek" userId="131de4e4151932d3" providerId="LiveId" clId="{18B0A87C-989E-429F-B8DC-5FB1003E68A4}" dt="2026-07-16T16:17:28.567" v="1603" actId="164"/>
          <ac:grpSpMkLst>
            <pc:docMk/>
            <pc:sldMk cId="0" sldId="264"/>
            <ac:grpSpMk id="10" creationId="{55D55E8D-38A0-FAF8-60C2-E7682169AB35}"/>
          </ac:grpSpMkLst>
        </pc:grpChg>
        <pc:grpChg chg="add mod">
          <ac:chgData name="Malak Yazbek" userId="131de4e4151932d3" providerId="LiveId" clId="{18B0A87C-989E-429F-B8DC-5FB1003E68A4}" dt="2026-07-16T18:43:13.437" v="2408" actId="12789"/>
          <ac:grpSpMkLst>
            <pc:docMk/>
            <pc:sldMk cId="0" sldId="264"/>
            <ac:grpSpMk id="11" creationId="{451BE5CA-9F9B-429C-F67E-4C222BD106A8}"/>
          </ac:grpSpMkLst>
        </pc:grpChg>
        <pc:picChg chg="add mod modCrop">
          <ac:chgData name="Malak Yazbek" userId="131de4e4151932d3" providerId="LiveId" clId="{18B0A87C-989E-429F-B8DC-5FB1003E68A4}" dt="2026-07-16T16:26:00.247" v="1731" actId="1076"/>
          <ac:picMkLst>
            <pc:docMk/>
            <pc:sldMk cId="0" sldId="264"/>
            <ac:picMk id="5" creationId="{56F49FC6-D394-A219-6C39-529756CE08F7}"/>
          </ac:picMkLst>
        </pc:picChg>
      </pc:sldChg>
      <pc:sldChg chg="del modTransition">
        <pc:chgData name="Malak Yazbek" userId="131de4e4151932d3" providerId="LiveId" clId="{18B0A87C-989E-429F-B8DC-5FB1003E68A4}" dt="2026-07-16T16:27:58.497" v="1752" actId="47"/>
        <pc:sldMkLst>
          <pc:docMk/>
          <pc:sldMk cId="0" sldId="265"/>
        </pc:sldMkLst>
      </pc:sldChg>
      <pc:sldChg chg="del modTransition">
        <pc:chgData name="Malak Yazbek" userId="131de4e4151932d3" providerId="LiveId" clId="{18B0A87C-989E-429F-B8DC-5FB1003E68A4}" dt="2026-07-16T16:34:51.215" v="1871" actId="47"/>
        <pc:sldMkLst>
          <pc:docMk/>
          <pc:sldMk cId="0" sldId="266"/>
        </pc:sldMkLst>
      </pc:sldChg>
      <pc:sldChg chg="del modTransition">
        <pc:chgData name="Malak Yazbek" userId="131de4e4151932d3" providerId="LiveId" clId="{18B0A87C-989E-429F-B8DC-5FB1003E68A4}" dt="2026-07-16T18:14:02.624" v="2063" actId="47"/>
        <pc:sldMkLst>
          <pc:docMk/>
          <pc:sldMk cId="0" sldId="267"/>
        </pc:sldMkLst>
      </pc:sldChg>
      <pc:sldChg chg="del modTransition">
        <pc:chgData name="Malak Yazbek" userId="131de4e4151932d3" providerId="LiveId" clId="{18B0A87C-989E-429F-B8DC-5FB1003E68A4}" dt="2026-07-16T18:21:13.493" v="2168" actId="47"/>
        <pc:sldMkLst>
          <pc:docMk/>
          <pc:sldMk cId="0" sldId="268"/>
        </pc:sldMkLst>
      </pc:sldChg>
      <pc:sldChg chg="del modTransition">
        <pc:chgData name="Malak Yazbek" userId="131de4e4151932d3" providerId="LiveId" clId="{18B0A87C-989E-429F-B8DC-5FB1003E68A4}" dt="2026-07-16T18:24:28.716" v="2233" actId="47"/>
        <pc:sldMkLst>
          <pc:docMk/>
          <pc:sldMk cId="0" sldId="269"/>
        </pc:sldMkLst>
      </pc:sldChg>
      <pc:sldChg chg="del modTransition">
        <pc:chgData name="Malak Yazbek" userId="131de4e4151932d3" providerId="LiveId" clId="{18B0A87C-989E-429F-B8DC-5FB1003E68A4}" dt="2026-07-16T18:26:47.860" v="2286" actId="47"/>
        <pc:sldMkLst>
          <pc:docMk/>
          <pc:sldMk cId="0" sldId="270"/>
        </pc:sldMkLst>
      </pc:sldChg>
      <pc:sldChg chg="del ord modTransition">
        <pc:chgData name="Malak Yazbek" userId="131de4e4151932d3" providerId="LiveId" clId="{18B0A87C-989E-429F-B8DC-5FB1003E68A4}" dt="2026-07-16T18:31:01.771" v="2330" actId="47"/>
        <pc:sldMkLst>
          <pc:docMk/>
          <pc:sldMk cId="0" sldId="271"/>
        </pc:sldMkLst>
      </pc:sldChg>
      <pc:sldChg chg="addSp delSp modSp add mod modTransition">
        <pc:chgData name="Malak Yazbek" userId="131de4e4151932d3" providerId="LiveId" clId="{18B0A87C-989E-429F-B8DC-5FB1003E68A4}" dt="2026-07-16T18:34:30.110" v="2333" actId="1076"/>
        <pc:sldMkLst>
          <pc:docMk/>
          <pc:sldMk cId="1405383619" sldId="272"/>
        </pc:sldMkLst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2" creationId="{A6B0947E-E40E-A03F-BFDB-5AC754F1B7AC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3" creationId="{E8A6EF35-AA65-17AC-0EBE-EE9946D775BF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4" creationId="{BA0A2AE2-C5A8-4AA5-D1D2-9814EBE84144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5" creationId="{D358A5F0-02C9-4036-A706-C405DCB3A7B6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6" creationId="{AA750172-70A8-4E30-139C-B59DE499A5FD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7" creationId="{4D66B563-A127-E815-4641-B03196CCCE6E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8" creationId="{BAA0369E-22FA-9750-3B64-FE412611078B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9" creationId="{B394D7E0-9C23-ECF6-9B98-9F2FC0E18893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0" creationId="{0EFF5AB1-15ED-49BE-55BA-01B478164782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1" creationId="{BC530EF4-5F4D-8C77-22E8-E8B344384C18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2" creationId="{644F70C3-3A2D-085C-D831-E12A64358A19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3" creationId="{5832AFCA-729E-AE63-F61B-D170724E7134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4" creationId="{E5DC5650-B8EA-CCCD-A324-D6CCAAD62192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5" creationId="{C1FCF671-11B6-0930-AA89-AC4953B7B9A3}"/>
          </ac:spMkLst>
        </pc:spChg>
        <pc:spChg chg="mod">
          <ac:chgData name="Malak Yazbek" userId="131de4e4151932d3" providerId="LiveId" clId="{18B0A87C-989E-429F-B8DC-5FB1003E68A4}" dt="2026-07-16T18:34:30.110" v="2333" actId="1076"/>
          <ac:spMkLst>
            <pc:docMk/>
            <pc:sldMk cId="1405383619" sldId="272"/>
            <ac:spMk id="16" creationId="{E317FC99-0DE9-CF8C-A07F-0580736F0E97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7" creationId="{BB80BD68-525E-1FB7-6C3C-581E44781E79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8" creationId="{57D385F8-3D34-82E6-A981-FBC928FE63E2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19" creationId="{69F5EFEF-E7ED-C3F4-DB6A-ACDFA1A01DEC}"/>
          </ac:spMkLst>
        </pc:spChg>
        <pc:spChg chg="mod">
          <ac:chgData name="Malak Yazbek" userId="131de4e4151932d3" providerId="LiveId" clId="{18B0A87C-989E-429F-B8DC-5FB1003E68A4}" dt="2026-07-16T15:33:13.022" v="895" actId="165"/>
          <ac:spMkLst>
            <pc:docMk/>
            <pc:sldMk cId="1405383619" sldId="272"/>
            <ac:spMk id="20" creationId="{37DA24B4-C53B-B449-F8B1-98246A046C85}"/>
          </ac:spMkLst>
        </pc:spChg>
        <pc:spChg chg="mod">
          <ac:chgData name="Malak Yazbek" userId="131de4e4151932d3" providerId="LiveId" clId="{18B0A87C-989E-429F-B8DC-5FB1003E68A4}" dt="2026-07-16T15:33:36.220" v="909" actId="12789"/>
          <ac:spMkLst>
            <pc:docMk/>
            <pc:sldMk cId="1405383619" sldId="272"/>
            <ac:spMk id="21" creationId="{339CB980-0EA4-4151-3B2E-F225197407B7}"/>
          </ac:spMkLst>
        </pc:spChg>
        <pc:grpChg chg="add mod">
          <ac:chgData name="Malak Yazbek" userId="131de4e4151932d3" providerId="LiveId" clId="{18B0A87C-989E-429F-B8DC-5FB1003E68A4}" dt="2026-07-16T15:33:36.220" v="909" actId="12789"/>
          <ac:grpSpMkLst>
            <pc:docMk/>
            <pc:sldMk cId="1405383619" sldId="272"/>
            <ac:grpSpMk id="22" creationId="{562709D4-A906-6CD2-0C08-838FF7AFB98A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26" creationId="{716DBEE1-F448-A639-6238-4002D37ADF70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37" creationId="{4EB26B32-8F98-9BAD-D6F3-F8A28C4C4FCA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38" creationId="{0FC0B58D-9791-BC76-7484-B056705585A4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39" creationId="{6B78BF89-E63A-57D1-5312-F254D7B0CA7A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40" creationId="{0ACB4EC7-0660-F328-4F3D-AD382E416329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41" creationId="{F127526B-CF0E-8C32-BCA4-3ADC84B8E97D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42" creationId="{7927096F-929D-B65F-47C0-37C479D84BF1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43" creationId="{32013E48-5D32-10C6-DA7B-0C0EBD4B7A9F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45" creationId="{F34361C3-39E0-F660-DC43-BB983CB03D55}"/>
          </ac:grpSpMkLst>
        </pc:grpChg>
        <pc:grpChg chg="mod topLvl">
          <ac:chgData name="Malak Yazbek" userId="131de4e4151932d3" providerId="LiveId" clId="{18B0A87C-989E-429F-B8DC-5FB1003E68A4}" dt="2026-07-16T15:33:18.042" v="896" actId="164"/>
          <ac:grpSpMkLst>
            <pc:docMk/>
            <pc:sldMk cId="1405383619" sldId="272"/>
            <ac:grpSpMk id="47" creationId="{33701F0F-C2EF-73F2-64F2-D2BC8318A3CC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49" creationId="{6695E981-7F69-DDBE-552E-4CDC4883DCF5}"/>
          </ac:grpSpMkLst>
        </pc:grpChg>
        <pc:grpChg chg="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50" creationId="{CB4FE8E6-C6A9-DDFF-0CA3-20DF6916C2F7}"/>
          </ac:grpSpMkLst>
        </pc:grpChg>
        <pc:grpChg chg="mod topLvl">
          <ac:chgData name="Malak Yazbek" userId="131de4e4151932d3" providerId="LiveId" clId="{18B0A87C-989E-429F-B8DC-5FB1003E68A4}" dt="2026-07-16T15:33:18.042" v="896" actId="164"/>
          <ac:grpSpMkLst>
            <pc:docMk/>
            <pc:sldMk cId="1405383619" sldId="272"/>
            <ac:grpSpMk id="51" creationId="{F04AFACA-AB1C-23F8-2415-C5E0840FC488}"/>
          </ac:grpSpMkLst>
        </pc:grpChg>
        <pc:grpChg chg="del mod">
          <ac:chgData name="Malak Yazbek" userId="131de4e4151932d3" providerId="LiveId" clId="{18B0A87C-989E-429F-B8DC-5FB1003E68A4}" dt="2026-07-16T15:33:13.022" v="895" actId="165"/>
          <ac:grpSpMkLst>
            <pc:docMk/>
            <pc:sldMk cId="1405383619" sldId="272"/>
            <ac:grpSpMk id="53" creationId="{445ABC4A-FB8A-D331-87D3-0BC6C978E66B}"/>
          </ac:grpSpMkLst>
        </pc:grpChg>
      </pc:sldChg>
      <pc:sldChg chg="modSp add mod ord">
        <pc:chgData name="Malak Yazbek" userId="131de4e4151932d3" providerId="LiveId" clId="{18B0A87C-989E-429F-B8DC-5FB1003E68A4}" dt="2026-07-16T16:03:31.425" v="1414"/>
        <pc:sldMkLst>
          <pc:docMk/>
          <pc:sldMk cId="808006624" sldId="273"/>
        </pc:sldMkLst>
        <pc:spChg chg="mod">
          <ac:chgData name="Malak Yazbek" userId="131de4e4151932d3" providerId="LiveId" clId="{18B0A87C-989E-429F-B8DC-5FB1003E68A4}" dt="2026-07-16T16:03:31.425" v="1414"/>
          <ac:spMkLst>
            <pc:docMk/>
            <pc:sldMk cId="808006624" sldId="273"/>
            <ac:spMk id="3" creationId="{EC8FD5BC-D5A9-6E74-8B40-53340B2AB6C8}"/>
          </ac:spMkLst>
        </pc:spChg>
        <pc:spChg chg="mod">
          <ac:chgData name="Malak Yazbek" userId="131de4e4151932d3" providerId="LiveId" clId="{18B0A87C-989E-429F-B8DC-5FB1003E68A4}" dt="2026-07-16T15:58:42.968" v="1262" actId="404"/>
          <ac:spMkLst>
            <pc:docMk/>
            <pc:sldMk cId="808006624" sldId="273"/>
            <ac:spMk id="4" creationId="{095C7F72-38E9-4138-06F2-132230B67D41}"/>
          </ac:spMkLst>
        </pc:spChg>
        <pc:spChg chg="mod">
          <ac:chgData name="Malak Yazbek" userId="131de4e4151932d3" providerId="LiveId" clId="{18B0A87C-989E-429F-B8DC-5FB1003E68A4}" dt="2026-07-16T15:59:31.486" v="1320" actId="14100"/>
          <ac:spMkLst>
            <pc:docMk/>
            <pc:sldMk cId="808006624" sldId="273"/>
            <ac:spMk id="7" creationId="{35BB13A0-8FF5-60FF-341D-AC66FBE08A1C}"/>
          </ac:spMkLst>
        </pc:spChg>
        <pc:spChg chg="mod">
          <ac:chgData name="Malak Yazbek" userId="131de4e4151932d3" providerId="LiveId" clId="{18B0A87C-989E-429F-B8DC-5FB1003E68A4}" dt="2026-07-16T15:59:08.655" v="1263"/>
          <ac:spMkLst>
            <pc:docMk/>
            <pc:sldMk cId="808006624" sldId="273"/>
            <ac:spMk id="8" creationId="{5127BA69-F26D-682B-9BB4-65278BEA6023}"/>
          </ac:spMkLst>
        </pc:spChg>
        <pc:spChg chg="mod">
          <ac:chgData name="Malak Yazbek" userId="131de4e4151932d3" providerId="LiveId" clId="{18B0A87C-989E-429F-B8DC-5FB1003E68A4}" dt="2026-07-16T15:59:53.716" v="1343" actId="14100"/>
          <ac:spMkLst>
            <pc:docMk/>
            <pc:sldMk cId="808006624" sldId="273"/>
            <ac:spMk id="11" creationId="{1686F9B6-9E6B-E246-DD27-E4020DF463C3}"/>
          </ac:spMkLst>
        </pc:spChg>
        <pc:spChg chg="mod">
          <ac:chgData name="Malak Yazbek" userId="131de4e4151932d3" providerId="LiveId" clId="{18B0A87C-989E-429F-B8DC-5FB1003E68A4}" dt="2026-07-16T16:00:14.856" v="1345" actId="313"/>
          <ac:spMkLst>
            <pc:docMk/>
            <pc:sldMk cId="808006624" sldId="273"/>
            <ac:spMk id="12" creationId="{5C800D45-5679-7E5A-B5D6-AD5828120D3C}"/>
          </ac:spMkLst>
        </pc:spChg>
        <pc:spChg chg="mod">
          <ac:chgData name="Malak Yazbek" userId="131de4e4151932d3" providerId="LiveId" clId="{18B0A87C-989E-429F-B8DC-5FB1003E68A4}" dt="2026-07-16T16:00:27.602" v="1368" actId="14100"/>
          <ac:spMkLst>
            <pc:docMk/>
            <pc:sldMk cId="808006624" sldId="273"/>
            <ac:spMk id="15" creationId="{B9041A0B-DAC1-669D-9A00-9FD86F640CB3}"/>
          </ac:spMkLst>
        </pc:spChg>
        <pc:spChg chg="mod">
          <ac:chgData name="Malak Yazbek" userId="131de4e4151932d3" providerId="LiveId" clId="{18B0A87C-989E-429F-B8DC-5FB1003E68A4}" dt="2026-07-16T16:00:43.539" v="1369"/>
          <ac:spMkLst>
            <pc:docMk/>
            <pc:sldMk cId="808006624" sldId="273"/>
            <ac:spMk id="16" creationId="{0A35C977-B7C5-5E67-0897-1F0D35472D9A}"/>
          </ac:spMkLst>
        </pc:spChg>
        <pc:spChg chg="mod">
          <ac:chgData name="Malak Yazbek" userId="131de4e4151932d3" providerId="LiveId" clId="{18B0A87C-989E-429F-B8DC-5FB1003E68A4}" dt="2026-07-16T16:01:19.802" v="1412" actId="14100"/>
          <ac:spMkLst>
            <pc:docMk/>
            <pc:sldMk cId="808006624" sldId="273"/>
            <ac:spMk id="19" creationId="{19E139EB-7EF2-1FAB-CC8C-C4A3A0DB0C0F}"/>
          </ac:spMkLst>
        </pc:spChg>
        <pc:spChg chg="mod">
          <ac:chgData name="Malak Yazbek" userId="131de4e4151932d3" providerId="LiveId" clId="{18B0A87C-989E-429F-B8DC-5FB1003E68A4}" dt="2026-07-16T16:01:28.653" v="1413"/>
          <ac:spMkLst>
            <pc:docMk/>
            <pc:sldMk cId="808006624" sldId="273"/>
            <ac:spMk id="20" creationId="{CF67DC9A-129B-DE46-B9C5-48D33CA85E1B}"/>
          </ac:spMkLst>
        </pc:spChg>
      </pc:sldChg>
      <pc:sldChg chg="addSp modSp add mod ord">
        <pc:chgData name="Malak Yazbek" userId="131de4e4151932d3" providerId="LiveId" clId="{18B0A87C-989E-429F-B8DC-5FB1003E68A4}" dt="2026-07-16T18:42:54.851" v="2404" actId="12789"/>
        <pc:sldMkLst>
          <pc:docMk/>
          <pc:sldMk cId="315412709" sldId="274"/>
        </pc:sldMkLst>
        <pc:spChg chg="mod">
          <ac:chgData name="Malak Yazbek" userId="131de4e4151932d3" providerId="LiveId" clId="{18B0A87C-989E-429F-B8DC-5FB1003E68A4}" dt="2026-07-16T16:04:48.562" v="1423"/>
          <ac:spMkLst>
            <pc:docMk/>
            <pc:sldMk cId="315412709" sldId="274"/>
            <ac:spMk id="3" creationId="{E9A3F030-510D-9BBB-C051-E7BEDD483BA7}"/>
          </ac:spMkLst>
        </pc:spChg>
        <pc:spChg chg="mod">
          <ac:chgData name="Malak Yazbek" userId="131de4e4151932d3" providerId="LiveId" clId="{18B0A87C-989E-429F-B8DC-5FB1003E68A4}" dt="2026-07-16T16:05:18.670" v="1430"/>
          <ac:spMkLst>
            <pc:docMk/>
            <pc:sldMk cId="315412709" sldId="274"/>
            <ac:spMk id="4" creationId="{4F347B9A-CC03-8E19-AAF6-4D5BDD04E25C}"/>
          </ac:spMkLst>
        </pc:spChg>
        <pc:spChg chg="mod">
          <ac:chgData name="Malak Yazbek" userId="131de4e4151932d3" providerId="LiveId" clId="{18B0A87C-989E-429F-B8DC-5FB1003E68A4}" dt="2026-07-16T16:05:28.185" v="1431"/>
          <ac:spMkLst>
            <pc:docMk/>
            <pc:sldMk cId="315412709" sldId="274"/>
            <ac:spMk id="7" creationId="{6CB5ECF0-DEED-42FB-3F3B-3273B3C3F85F}"/>
          </ac:spMkLst>
        </pc:spChg>
        <pc:spChg chg="mod">
          <ac:chgData name="Malak Yazbek" userId="131de4e4151932d3" providerId="LiveId" clId="{18B0A87C-989E-429F-B8DC-5FB1003E68A4}" dt="2026-07-16T18:12:04.965" v="2055" actId="2"/>
          <ac:spMkLst>
            <pc:docMk/>
            <pc:sldMk cId="315412709" sldId="274"/>
            <ac:spMk id="8" creationId="{EC30FDCB-07E7-C0CF-EF57-D6707C8BF66F}"/>
          </ac:spMkLst>
        </pc:spChg>
        <pc:spChg chg="mod">
          <ac:chgData name="Malak Yazbek" userId="131de4e4151932d3" providerId="LiveId" clId="{18B0A87C-989E-429F-B8DC-5FB1003E68A4}" dt="2026-07-16T18:12:11.384" v="2056" actId="313"/>
          <ac:spMkLst>
            <pc:docMk/>
            <pc:sldMk cId="315412709" sldId="274"/>
            <ac:spMk id="9" creationId="{6A802111-4826-44A0-7C06-DAD58D572470}"/>
          </ac:spMkLst>
        </pc:spChg>
        <pc:spChg chg="mod">
          <ac:chgData name="Malak Yazbek" userId="131de4e4151932d3" providerId="LiveId" clId="{18B0A87C-989E-429F-B8DC-5FB1003E68A4}" dt="2026-07-16T16:05:45.785" v="1434" actId="20577"/>
          <ac:spMkLst>
            <pc:docMk/>
            <pc:sldMk cId="315412709" sldId="274"/>
            <ac:spMk id="12" creationId="{66D94CE0-1C31-93F0-E6DF-0705E8877A75}"/>
          </ac:spMkLst>
        </pc:spChg>
        <pc:spChg chg="mod">
          <ac:chgData name="Malak Yazbek" userId="131de4e4151932d3" providerId="LiveId" clId="{18B0A87C-989E-429F-B8DC-5FB1003E68A4}" dt="2026-07-16T18:12:13.603" v="2058" actId="2"/>
          <ac:spMkLst>
            <pc:docMk/>
            <pc:sldMk cId="315412709" sldId="274"/>
            <ac:spMk id="13" creationId="{E18F7E6B-9892-6265-467D-03233BDF2E23}"/>
          </ac:spMkLst>
        </pc:spChg>
        <pc:spChg chg="mod">
          <ac:chgData name="Malak Yazbek" userId="131de4e4151932d3" providerId="LiveId" clId="{18B0A87C-989E-429F-B8DC-5FB1003E68A4}" dt="2026-07-16T16:08:28.981" v="1498"/>
          <ac:spMkLst>
            <pc:docMk/>
            <pc:sldMk cId="315412709" sldId="274"/>
            <ac:spMk id="14" creationId="{872E24DF-23FA-EBCF-D42C-AE1A24329A97}"/>
          </ac:spMkLst>
        </pc:spChg>
        <pc:spChg chg="mod">
          <ac:chgData name="Malak Yazbek" userId="131de4e4151932d3" providerId="LiveId" clId="{18B0A87C-989E-429F-B8DC-5FB1003E68A4}" dt="2026-07-16T16:05:35.820" v="1432"/>
          <ac:spMkLst>
            <pc:docMk/>
            <pc:sldMk cId="315412709" sldId="274"/>
            <ac:spMk id="17" creationId="{5E1315CF-5E10-384A-A03A-0C764F4B6224}"/>
          </ac:spMkLst>
        </pc:spChg>
        <pc:spChg chg="mod">
          <ac:chgData name="Malak Yazbek" userId="131de4e4151932d3" providerId="LiveId" clId="{18B0A87C-989E-429F-B8DC-5FB1003E68A4}" dt="2026-07-16T16:06:30.011" v="1442" actId="14100"/>
          <ac:spMkLst>
            <pc:docMk/>
            <pc:sldMk cId="315412709" sldId="274"/>
            <ac:spMk id="18" creationId="{170902EC-DFC0-F7BA-D6A4-A6B1452935A8}"/>
          </ac:spMkLst>
        </pc:spChg>
        <pc:spChg chg="mod">
          <ac:chgData name="Malak Yazbek" userId="131de4e4151932d3" providerId="LiveId" clId="{18B0A87C-989E-429F-B8DC-5FB1003E68A4}" dt="2026-07-16T16:06:39.805" v="1444"/>
          <ac:spMkLst>
            <pc:docMk/>
            <pc:sldMk cId="315412709" sldId="274"/>
            <ac:spMk id="19" creationId="{5FEF3AFC-576E-DA28-8132-29CC4B9D595C}"/>
          </ac:spMkLst>
        </pc:spChg>
        <pc:spChg chg="mod">
          <ac:chgData name="Malak Yazbek" userId="131de4e4151932d3" providerId="LiveId" clId="{18B0A87C-989E-429F-B8DC-5FB1003E68A4}" dt="2026-07-16T16:05:55.009" v="1435"/>
          <ac:spMkLst>
            <pc:docMk/>
            <pc:sldMk cId="315412709" sldId="274"/>
            <ac:spMk id="22" creationId="{2046FE5A-F119-F652-B765-9254C9AB409C}"/>
          </ac:spMkLst>
        </pc:spChg>
        <pc:spChg chg="mod">
          <ac:chgData name="Malak Yazbek" userId="131de4e4151932d3" providerId="LiveId" clId="{18B0A87C-989E-429F-B8DC-5FB1003E68A4}" dt="2026-07-16T16:08:46.879" v="1509" actId="14100"/>
          <ac:spMkLst>
            <pc:docMk/>
            <pc:sldMk cId="315412709" sldId="274"/>
            <ac:spMk id="23" creationId="{CE253E88-198E-54C4-4C96-4F5C835B9F95}"/>
          </ac:spMkLst>
        </pc:spChg>
        <pc:spChg chg="mod">
          <ac:chgData name="Malak Yazbek" userId="131de4e4151932d3" providerId="LiveId" clId="{18B0A87C-989E-429F-B8DC-5FB1003E68A4}" dt="2026-07-16T16:08:56.677" v="1510"/>
          <ac:spMkLst>
            <pc:docMk/>
            <pc:sldMk cId="315412709" sldId="274"/>
            <ac:spMk id="24" creationId="{6AB704BA-96EA-A1F4-CAFA-39159C2EE903}"/>
          </ac:spMkLst>
        </pc:spChg>
        <pc:spChg chg="add mod">
          <ac:chgData name="Malak Yazbek" userId="131de4e4151932d3" providerId="LiveId" clId="{18B0A87C-989E-429F-B8DC-5FB1003E68A4}" dt="2026-07-16T16:05:15.400" v="1428"/>
          <ac:spMkLst>
            <pc:docMk/>
            <pc:sldMk cId="315412709" sldId="274"/>
            <ac:spMk id="28" creationId="{8BB62BF4-C22F-EEA7-3FEF-2D305EF65037}"/>
          </ac:spMkLst>
        </pc:spChg>
        <pc:grpChg chg="mod">
          <ac:chgData name="Malak Yazbek" userId="131de4e4151932d3" providerId="LiveId" clId="{18B0A87C-989E-429F-B8DC-5FB1003E68A4}" dt="2026-07-16T18:42:54.851" v="2404" actId="12789"/>
          <ac:grpSpMkLst>
            <pc:docMk/>
            <pc:sldMk cId="315412709" sldId="274"/>
            <ac:grpSpMk id="44" creationId="{5918AAE9-2DA6-1343-090B-FC0798799194}"/>
          </ac:grpSpMkLst>
        </pc:grpChg>
        <pc:picChg chg="add">
          <ac:chgData name="Malak Yazbek" userId="131de4e4151932d3" providerId="LiveId" clId="{18B0A87C-989E-429F-B8DC-5FB1003E68A4}" dt="2026-07-16T16:05:12.792" v="1427"/>
          <ac:picMkLst>
            <pc:docMk/>
            <pc:sldMk cId="315412709" sldId="274"/>
            <ac:picMk id="26" creationId="{0EC246D0-52C3-671D-DC1D-7F3A0E31D894}"/>
          </ac:picMkLst>
        </pc:picChg>
      </pc:sldChg>
      <pc:sldChg chg="add del setBg">
        <pc:chgData name="Malak Yazbek" userId="131de4e4151932d3" providerId="LiveId" clId="{18B0A87C-989E-429F-B8DC-5FB1003E68A4}" dt="2026-07-16T16:04:28.042" v="1417"/>
        <pc:sldMkLst>
          <pc:docMk/>
          <pc:sldMk cId="337281642" sldId="274"/>
        </pc:sldMkLst>
      </pc:sldChg>
      <pc:sldChg chg="add del">
        <pc:chgData name="Malak Yazbek" userId="131de4e4151932d3" providerId="LiveId" clId="{18B0A87C-989E-429F-B8DC-5FB1003E68A4}" dt="2026-07-16T16:04:32.677" v="1419" actId="2890"/>
        <pc:sldMkLst>
          <pc:docMk/>
          <pc:sldMk cId="3904409012" sldId="274"/>
        </pc:sldMkLst>
      </pc:sldChg>
      <pc:sldChg chg="addSp delSp modSp add mod">
        <pc:chgData name="Malak Yazbek" userId="131de4e4151932d3" providerId="LiveId" clId="{18B0A87C-989E-429F-B8DC-5FB1003E68A4}" dt="2026-07-16T18:43:36.654" v="2415" actId="12789"/>
        <pc:sldMkLst>
          <pc:docMk/>
          <pc:sldMk cId="441630861" sldId="275"/>
        </pc:sldMkLst>
        <pc:spChg chg="mod">
          <ac:chgData name="Malak Yazbek" userId="131de4e4151932d3" providerId="LiveId" clId="{18B0A87C-989E-429F-B8DC-5FB1003E68A4}" dt="2026-07-16T16:25:15.572" v="1723" actId="14826"/>
          <ac:spMkLst>
            <pc:docMk/>
            <pc:sldMk cId="441630861" sldId="275"/>
            <ac:spMk id="2" creationId="{04D4ADA8-8600-D19E-39ED-FB59BB3C40F3}"/>
          </ac:spMkLst>
        </pc:spChg>
        <pc:spChg chg="mod">
          <ac:chgData name="Malak Yazbek" userId="131de4e4151932d3" providerId="LiveId" clId="{18B0A87C-989E-429F-B8DC-5FB1003E68A4}" dt="2026-07-16T16:25:15.572" v="1723" actId="14826"/>
          <ac:spMkLst>
            <pc:docMk/>
            <pc:sldMk cId="441630861" sldId="275"/>
            <ac:spMk id="3" creationId="{844BDA21-8656-C341-151D-8241FBD19469}"/>
          </ac:spMkLst>
        </pc:spChg>
        <pc:spChg chg="mod topLvl">
          <ac:chgData name="Malak Yazbek" userId="131de4e4151932d3" providerId="LiveId" clId="{18B0A87C-989E-429F-B8DC-5FB1003E68A4}" dt="2026-07-16T16:25:15.572" v="1723" actId="14826"/>
          <ac:spMkLst>
            <pc:docMk/>
            <pc:sldMk cId="441630861" sldId="275"/>
            <ac:spMk id="4" creationId="{E32E44AD-80C9-F1D8-F309-3C2F3FAD7CE3}"/>
          </ac:spMkLst>
        </pc:spChg>
        <pc:spChg chg="mod">
          <ac:chgData name="Malak Yazbek" userId="131de4e4151932d3" providerId="LiveId" clId="{18B0A87C-989E-429F-B8DC-5FB1003E68A4}" dt="2026-07-16T16:25:15.572" v="1723" actId="14826"/>
          <ac:spMkLst>
            <pc:docMk/>
            <pc:sldMk cId="441630861" sldId="275"/>
            <ac:spMk id="20" creationId="{036A8473-97EC-11D7-5830-98E987C37F8F}"/>
          </ac:spMkLst>
        </pc:spChg>
        <pc:spChg chg="mod">
          <ac:chgData name="Malak Yazbek" userId="131de4e4151932d3" providerId="LiveId" clId="{18B0A87C-989E-429F-B8DC-5FB1003E68A4}" dt="2026-07-16T16:25:15.572" v="1723" actId="14826"/>
          <ac:spMkLst>
            <pc:docMk/>
            <pc:sldMk cId="441630861" sldId="275"/>
            <ac:spMk id="21" creationId="{A17DDA18-9214-6D6F-5CF7-ED7122375611}"/>
          </ac:spMkLst>
        </pc:spChg>
        <pc:grpChg chg="mod topLvl">
          <ac:chgData name="Malak Yazbek" userId="131de4e4151932d3" providerId="LiveId" clId="{18B0A87C-989E-429F-B8DC-5FB1003E68A4}" dt="2026-07-16T16:25:15.572" v="1723" actId="14826"/>
          <ac:grpSpMkLst>
            <pc:docMk/>
            <pc:sldMk cId="441630861" sldId="275"/>
            <ac:grpSpMk id="6" creationId="{A9A18292-9B6C-2E67-BC30-DC1786673014}"/>
          </ac:grpSpMkLst>
        </pc:grpChg>
        <pc:grpChg chg="add mod">
          <ac:chgData name="Malak Yazbek" userId="131de4e4151932d3" providerId="LiveId" clId="{18B0A87C-989E-429F-B8DC-5FB1003E68A4}" dt="2026-07-16T18:43:36.654" v="2415" actId="12789"/>
          <ac:grpSpMkLst>
            <pc:docMk/>
            <pc:sldMk cId="441630861" sldId="275"/>
            <ac:grpSpMk id="7" creationId="{7416DF04-274E-4958-66DF-992ECA2628CA}"/>
          </ac:grpSpMkLst>
        </pc:grpChg>
        <pc:grpChg chg="mod topLvl">
          <ac:chgData name="Malak Yazbek" userId="131de4e4151932d3" providerId="LiveId" clId="{18B0A87C-989E-429F-B8DC-5FB1003E68A4}" dt="2026-07-16T16:25:15.572" v="1723" actId="14826"/>
          <ac:grpSpMkLst>
            <pc:docMk/>
            <pc:sldMk cId="441630861" sldId="275"/>
            <ac:grpSpMk id="10" creationId="{F6E76995-9931-3953-E7D3-D1DC41070EDE}"/>
          </ac:grpSpMkLst>
        </pc:grpChg>
        <pc:grpChg chg="del mod">
          <ac:chgData name="Malak Yazbek" userId="131de4e4151932d3" providerId="LiveId" clId="{18B0A87C-989E-429F-B8DC-5FB1003E68A4}" dt="2026-07-16T16:20:53.576" v="1709" actId="165"/>
          <ac:grpSpMkLst>
            <pc:docMk/>
            <pc:sldMk cId="441630861" sldId="275"/>
            <ac:grpSpMk id="11" creationId="{74BB9F33-6AD7-75D8-49B0-398A32CD7C91}"/>
          </ac:grpSpMkLst>
        </pc:grpChg>
        <pc:picChg chg="add del mod">
          <ac:chgData name="Malak Yazbek" userId="131de4e4151932d3" providerId="LiveId" clId="{18B0A87C-989E-429F-B8DC-5FB1003E68A4}" dt="2026-07-16T16:26:39.288" v="1735" actId="1076"/>
          <ac:picMkLst>
            <pc:docMk/>
            <pc:sldMk cId="441630861" sldId="275"/>
            <ac:picMk id="5" creationId="{82582E3E-49BF-06F5-5CE9-CFF8B668EAEA}"/>
          </ac:picMkLst>
        </pc:picChg>
        <pc:picChg chg="add mod">
          <ac:chgData name="Malak Yazbek" userId="131de4e4151932d3" providerId="LiveId" clId="{18B0A87C-989E-429F-B8DC-5FB1003E68A4}" dt="2026-07-16T16:21:37.832" v="1718" actId="931"/>
          <ac:picMkLst>
            <pc:docMk/>
            <pc:sldMk cId="441630861" sldId="275"/>
            <ac:picMk id="9" creationId="{D6F2B0AE-0FD3-DE9B-5AF3-0071CB73B2DD}"/>
          </ac:picMkLst>
        </pc:picChg>
      </pc:sldChg>
      <pc:sldChg chg="modSp add mod ord">
        <pc:chgData name="Malak Yazbek" userId="131de4e4151932d3" providerId="LiveId" clId="{18B0A87C-989E-429F-B8DC-5FB1003E68A4}" dt="2026-07-16T16:33:45.224" v="1870" actId="20577"/>
        <pc:sldMkLst>
          <pc:docMk/>
          <pc:sldMk cId="624497978" sldId="276"/>
        </pc:sldMkLst>
        <pc:spChg chg="mod">
          <ac:chgData name="Malak Yazbek" userId="131de4e4151932d3" providerId="LiveId" clId="{18B0A87C-989E-429F-B8DC-5FB1003E68A4}" dt="2026-07-16T16:30:13.664" v="1756"/>
          <ac:spMkLst>
            <pc:docMk/>
            <pc:sldMk cId="624497978" sldId="276"/>
            <ac:spMk id="3" creationId="{E54987DA-27B1-C760-FC7D-C04EE0D04413}"/>
          </ac:spMkLst>
        </pc:spChg>
        <pc:spChg chg="mod">
          <ac:chgData name="Malak Yazbek" userId="131de4e4151932d3" providerId="LiveId" clId="{18B0A87C-989E-429F-B8DC-5FB1003E68A4}" dt="2026-07-16T16:30:51.400" v="1855" actId="404"/>
          <ac:spMkLst>
            <pc:docMk/>
            <pc:sldMk cId="624497978" sldId="276"/>
            <ac:spMk id="4" creationId="{DA8F531D-53E8-3B90-FB81-D422D6AFB193}"/>
          </ac:spMkLst>
        </pc:spChg>
        <pc:spChg chg="mod">
          <ac:chgData name="Malak Yazbek" userId="131de4e4151932d3" providerId="LiveId" clId="{18B0A87C-989E-429F-B8DC-5FB1003E68A4}" dt="2026-07-16T16:32:01.120" v="1858"/>
          <ac:spMkLst>
            <pc:docMk/>
            <pc:sldMk cId="624497978" sldId="276"/>
            <ac:spMk id="7" creationId="{9C0E42E1-BA39-103A-D9E1-AC8E5AD620E0}"/>
          </ac:spMkLst>
        </pc:spChg>
        <pc:spChg chg="mod">
          <ac:chgData name="Malak Yazbek" userId="131de4e4151932d3" providerId="LiveId" clId="{18B0A87C-989E-429F-B8DC-5FB1003E68A4}" dt="2026-07-16T16:32:07.192" v="1859"/>
          <ac:spMkLst>
            <pc:docMk/>
            <pc:sldMk cId="624497978" sldId="276"/>
            <ac:spMk id="8" creationId="{5894B395-29C3-E024-DD9B-98B3024743AA}"/>
          </ac:spMkLst>
        </pc:spChg>
        <pc:spChg chg="mod">
          <ac:chgData name="Malak Yazbek" userId="131de4e4151932d3" providerId="LiveId" clId="{18B0A87C-989E-429F-B8DC-5FB1003E68A4}" dt="2026-07-16T16:32:12.595" v="1860"/>
          <ac:spMkLst>
            <pc:docMk/>
            <pc:sldMk cId="624497978" sldId="276"/>
            <ac:spMk id="9" creationId="{18E5F606-282D-B27A-6584-ACEC3C8D12D6}"/>
          </ac:spMkLst>
        </pc:spChg>
        <pc:spChg chg="mod">
          <ac:chgData name="Malak Yazbek" userId="131de4e4151932d3" providerId="LiveId" clId="{18B0A87C-989E-429F-B8DC-5FB1003E68A4}" dt="2026-07-16T16:33:45.224" v="1870" actId="20577"/>
          <ac:spMkLst>
            <pc:docMk/>
            <pc:sldMk cId="624497978" sldId="276"/>
            <ac:spMk id="12" creationId="{9E2AE129-D719-5836-0401-5E7799A2931F}"/>
          </ac:spMkLst>
        </pc:spChg>
        <pc:spChg chg="mod">
          <ac:chgData name="Malak Yazbek" userId="131de4e4151932d3" providerId="LiveId" clId="{18B0A87C-989E-429F-B8DC-5FB1003E68A4}" dt="2026-07-16T16:33:01.535" v="1865"/>
          <ac:spMkLst>
            <pc:docMk/>
            <pc:sldMk cId="624497978" sldId="276"/>
            <ac:spMk id="13" creationId="{E0AA5DCB-58E3-A7EB-538C-DB557B2F68C9}"/>
          </ac:spMkLst>
        </pc:spChg>
        <pc:spChg chg="mod">
          <ac:chgData name="Malak Yazbek" userId="131de4e4151932d3" providerId="LiveId" clId="{18B0A87C-989E-429F-B8DC-5FB1003E68A4}" dt="2026-07-16T16:32:51.720" v="1864"/>
          <ac:spMkLst>
            <pc:docMk/>
            <pc:sldMk cId="624497978" sldId="276"/>
            <ac:spMk id="14" creationId="{ED289B3B-B4A2-E3CA-9AF2-58F618D1DC1B}"/>
          </ac:spMkLst>
        </pc:spChg>
        <pc:spChg chg="mod">
          <ac:chgData name="Malak Yazbek" userId="131de4e4151932d3" providerId="LiveId" clId="{18B0A87C-989E-429F-B8DC-5FB1003E68A4}" dt="2026-07-16T16:32:43.086" v="1863"/>
          <ac:spMkLst>
            <pc:docMk/>
            <pc:sldMk cId="624497978" sldId="276"/>
            <ac:spMk id="17" creationId="{840F57E4-DD98-57D8-68D6-F9FEE01E24A8}"/>
          </ac:spMkLst>
        </pc:spChg>
        <pc:spChg chg="mod">
          <ac:chgData name="Malak Yazbek" userId="131de4e4151932d3" providerId="LiveId" clId="{18B0A87C-989E-429F-B8DC-5FB1003E68A4}" dt="2026-07-16T16:32:20.499" v="1861"/>
          <ac:spMkLst>
            <pc:docMk/>
            <pc:sldMk cId="624497978" sldId="276"/>
            <ac:spMk id="18" creationId="{1CA0C3CD-2CB0-B5B5-ED65-AB5AAE44514D}"/>
          </ac:spMkLst>
        </pc:spChg>
        <pc:spChg chg="mod">
          <ac:chgData name="Malak Yazbek" userId="131de4e4151932d3" providerId="LiveId" clId="{18B0A87C-989E-429F-B8DC-5FB1003E68A4}" dt="2026-07-16T16:32:34.476" v="1862"/>
          <ac:spMkLst>
            <pc:docMk/>
            <pc:sldMk cId="624497978" sldId="276"/>
            <ac:spMk id="19" creationId="{11C8FB37-27A5-E424-1CB3-CD84A66FF5E0}"/>
          </ac:spMkLst>
        </pc:spChg>
        <pc:spChg chg="mod">
          <ac:chgData name="Malak Yazbek" userId="131de4e4151932d3" providerId="LiveId" clId="{18B0A87C-989E-429F-B8DC-5FB1003E68A4}" dt="2026-07-16T16:33:37.299" v="1868"/>
          <ac:spMkLst>
            <pc:docMk/>
            <pc:sldMk cId="624497978" sldId="276"/>
            <ac:spMk id="22" creationId="{0E62E39D-8119-3042-3B16-2040ADD2EED2}"/>
          </ac:spMkLst>
        </pc:spChg>
        <pc:spChg chg="mod">
          <ac:chgData name="Malak Yazbek" userId="131de4e4151932d3" providerId="LiveId" clId="{18B0A87C-989E-429F-B8DC-5FB1003E68A4}" dt="2026-07-16T16:33:28.959" v="1867"/>
          <ac:spMkLst>
            <pc:docMk/>
            <pc:sldMk cId="624497978" sldId="276"/>
            <ac:spMk id="23" creationId="{FE756C83-DBCF-AC48-B3E0-0CFE52EC41F3}"/>
          </ac:spMkLst>
        </pc:spChg>
        <pc:spChg chg="mod">
          <ac:chgData name="Malak Yazbek" userId="131de4e4151932d3" providerId="LiveId" clId="{18B0A87C-989E-429F-B8DC-5FB1003E68A4}" dt="2026-07-16T16:33:21.221" v="1866"/>
          <ac:spMkLst>
            <pc:docMk/>
            <pc:sldMk cId="624497978" sldId="276"/>
            <ac:spMk id="24" creationId="{4EE5D6ED-86CC-949A-4BE3-FFFE1753032C}"/>
          </ac:spMkLst>
        </pc:spChg>
        <pc:grpChg chg="mod">
          <ac:chgData name="Malak Yazbek" userId="131de4e4151932d3" providerId="LiveId" clId="{18B0A87C-989E-429F-B8DC-5FB1003E68A4}" dt="2026-07-16T16:30:57.415" v="1857" actId="12789"/>
          <ac:grpSpMkLst>
            <pc:docMk/>
            <pc:sldMk cId="624497978" sldId="276"/>
            <ac:grpSpMk id="44" creationId="{625279E2-30F9-8875-5CD3-824EE168C146}"/>
          </ac:grpSpMkLst>
        </pc:grpChg>
      </pc:sldChg>
      <pc:sldChg chg="delSp add del mod ord">
        <pc:chgData name="Malak Yazbek" userId="131de4e4151932d3" providerId="LiveId" clId="{18B0A87C-989E-429F-B8DC-5FB1003E68A4}" dt="2026-07-16T16:35:21.615" v="1876" actId="47"/>
        <pc:sldMkLst>
          <pc:docMk/>
          <pc:sldMk cId="1871478085" sldId="277"/>
        </pc:sldMkLst>
        <pc:spChg chg="del">
          <ac:chgData name="Malak Yazbek" userId="131de4e4151932d3" providerId="LiveId" clId="{18B0A87C-989E-429F-B8DC-5FB1003E68A4}" dt="2026-07-16T16:35:19.492" v="1875" actId="478"/>
          <ac:spMkLst>
            <pc:docMk/>
            <pc:sldMk cId="1871478085" sldId="277"/>
            <ac:spMk id="15" creationId="{33BAFF9C-238E-0693-3660-3D5F420FA57F}"/>
          </ac:spMkLst>
        </pc:spChg>
      </pc:sldChg>
      <pc:sldChg chg="modSp add mod ord">
        <pc:chgData name="Malak Yazbek" userId="131de4e4151932d3" providerId="LiveId" clId="{18B0A87C-989E-429F-B8DC-5FB1003E68A4}" dt="2026-07-16T18:42:17.230" v="2399" actId="313"/>
        <pc:sldMkLst>
          <pc:docMk/>
          <pc:sldMk cId="3265737913" sldId="277"/>
        </pc:sldMkLst>
        <pc:spChg chg="mod">
          <ac:chgData name="Malak Yazbek" userId="131de4e4151932d3" providerId="LiveId" clId="{18B0A87C-989E-429F-B8DC-5FB1003E68A4}" dt="2026-07-16T18:08:39.836" v="2005"/>
          <ac:spMkLst>
            <pc:docMk/>
            <pc:sldMk cId="3265737913" sldId="277"/>
            <ac:spMk id="3" creationId="{B1735583-896F-6F1C-464D-028A9215F18C}"/>
          </ac:spMkLst>
        </pc:spChg>
        <pc:spChg chg="mod">
          <ac:chgData name="Malak Yazbek" userId="131de4e4151932d3" providerId="LiveId" clId="{18B0A87C-989E-429F-B8DC-5FB1003E68A4}" dt="2026-07-16T18:09:01.451" v="2011" actId="255"/>
          <ac:spMkLst>
            <pc:docMk/>
            <pc:sldMk cId="3265737913" sldId="277"/>
            <ac:spMk id="4" creationId="{63393F82-A800-FE8D-ADCB-F5246A49B745}"/>
          </ac:spMkLst>
        </pc:spChg>
        <pc:spChg chg="mod">
          <ac:chgData name="Malak Yazbek" userId="131de4e4151932d3" providerId="LiveId" clId="{18B0A87C-989E-429F-B8DC-5FB1003E68A4}" dt="2026-07-16T18:38:28.427" v="2376" actId="14100"/>
          <ac:spMkLst>
            <pc:docMk/>
            <pc:sldMk cId="3265737913" sldId="277"/>
            <ac:spMk id="7" creationId="{71A7D839-8C71-C14B-5A2B-3982E2D3D8EF}"/>
          </ac:spMkLst>
        </pc:spChg>
        <pc:spChg chg="mod">
          <ac:chgData name="Malak Yazbek" userId="131de4e4151932d3" providerId="LiveId" clId="{18B0A87C-989E-429F-B8DC-5FB1003E68A4}" dt="2026-07-16T18:09:52.390" v="2019"/>
          <ac:spMkLst>
            <pc:docMk/>
            <pc:sldMk cId="3265737913" sldId="277"/>
            <ac:spMk id="8" creationId="{BF1D2EF5-E36D-6169-9A42-B9FE792C9227}"/>
          </ac:spMkLst>
        </pc:spChg>
        <pc:spChg chg="mod">
          <ac:chgData name="Malak Yazbek" userId="131de4e4151932d3" providerId="LiveId" clId="{18B0A87C-989E-429F-B8DC-5FB1003E68A4}" dt="2026-07-16T18:38:31.465" v="2378" actId="14100"/>
          <ac:spMkLst>
            <pc:docMk/>
            <pc:sldMk cId="3265737913" sldId="277"/>
            <ac:spMk id="11" creationId="{60BED8C1-8B7E-E1BE-8D04-CC029C36626E}"/>
          </ac:spMkLst>
        </pc:spChg>
        <pc:spChg chg="mod">
          <ac:chgData name="Malak Yazbek" userId="131de4e4151932d3" providerId="LiveId" clId="{18B0A87C-989E-429F-B8DC-5FB1003E68A4}" dt="2026-07-16T18:42:17.230" v="2399" actId="313"/>
          <ac:spMkLst>
            <pc:docMk/>
            <pc:sldMk cId="3265737913" sldId="277"/>
            <ac:spMk id="12" creationId="{6A1C5900-E996-079A-786A-29C03E492B9D}"/>
          </ac:spMkLst>
        </pc:spChg>
        <pc:spChg chg="mod">
          <ac:chgData name="Malak Yazbek" userId="131de4e4151932d3" providerId="LiveId" clId="{18B0A87C-989E-429F-B8DC-5FB1003E68A4}" dt="2026-07-16T18:10:39.567" v="2051" actId="14100"/>
          <ac:spMkLst>
            <pc:docMk/>
            <pc:sldMk cId="3265737913" sldId="277"/>
            <ac:spMk id="15" creationId="{32E04AC8-304E-751F-BB6A-03E4620C4C7D}"/>
          </ac:spMkLst>
        </pc:spChg>
        <pc:spChg chg="mod">
          <ac:chgData name="Malak Yazbek" userId="131de4e4151932d3" providerId="LiveId" clId="{18B0A87C-989E-429F-B8DC-5FB1003E68A4}" dt="2026-07-16T18:12:49.919" v="2060"/>
          <ac:spMkLst>
            <pc:docMk/>
            <pc:sldMk cId="3265737913" sldId="277"/>
            <ac:spMk id="16" creationId="{4D62EA0F-FB82-A057-71DA-48067767B000}"/>
          </ac:spMkLst>
        </pc:spChg>
        <pc:spChg chg="mod">
          <ac:chgData name="Malak Yazbek" userId="131de4e4151932d3" providerId="LiveId" clId="{18B0A87C-989E-429F-B8DC-5FB1003E68A4}" dt="2026-07-16T18:13:03.013" v="2061"/>
          <ac:spMkLst>
            <pc:docMk/>
            <pc:sldMk cId="3265737913" sldId="277"/>
            <ac:spMk id="19" creationId="{869AB372-84F6-A9AE-D7D5-912917F331DD}"/>
          </ac:spMkLst>
        </pc:spChg>
        <pc:spChg chg="mod">
          <ac:chgData name="Malak Yazbek" userId="131de4e4151932d3" providerId="LiveId" clId="{18B0A87C-989E-429F-B8DC-5FB1003E68A4}" dt="2026-07-16T18:13:10.300" v="2062"/>
          <ac:spMkLst>
            <pc:docMk/>
            <pc:sldMk cId="3265737913" sldId="277"/>
            <ac:spMk id="20" creationId="{F21D50C3-526A-A893-7040-446971DF7021}"/>
          </ac:spMkLst>
        </pc:spChg>
      </pc:sldChg>
      <pc:sldChg chg="addSp delSp modSp add mod ord">
        <pc:chgData name="Malak Yazbek" userId="131de4e4151932d3" providerId="LiveId" clId="{18B0A87C-989E-429F-B8DC-5FB1003E68A4}" dt="2026-07-16T18:20:10.264" v="2167" actId="164"/>
        <pc:sldMkLst>
          <pc:docMk/>
          <pc:sldMk cId="2549339800" sldId="278"/>
        </pc:sldMkLst>
        <pc:spChg chg="mod">
          <ac:chgData name="Malak Yazbek" userId="131de4e4151932d3" providerId="LiveId" clId="{18B0A87C-989E-429F-B8DC-5FB1003E68A4}" dt="2026-07-16T18:17:46.379" v="2124" actId="165"/>
          <ac:spMkLst>
            <pc:docMk/>
            <pc:sldMk cId="2549339800" sldId="278"/>
            <ac:spMk id="2" creationId="{EF32A7E9-D531-107C-C8A1-FFED53C4ADDD}"/>
          </ac:spMkLst>
        </pc:spChg>
        <pc:spChg chg="mod">
          <ac:chgData name="Malak Yazbek" userId="131de4e4151932d3" providerId="LiveId" clId="{18B0A87C-989E-429F-B8DC-5FB1003E68A4}" dt="2026-07-16T18:17:46.379" v="2124" actId="165"/>
          <ac:spMkLst>
            <pc:docMk/>
            <pc:sldMk cId="2549339800" sldId="278"/>
            <ac:spMk id="3" creationId="{663E73EA-095C-26DB-E346-68EBB6A45018}"/>
          </ac:spMkLst>
        </pc:spChg>
        <pc:spChg chg="mod topLvl">
          <ac:chgData name="Malak Yazbek" userId="131de4e4151932d3" providerId="LiveId" clId="{18B0A87C-989E-429F-B8DC-5FB1003E68A4}" dt="2026-07-16T18:20:10.264" v="2167" actId="164"/>
          <ac:spMkLst>
            <pc:docMk/>
            <pc:sldMk cId="2549339800" sldId="278"/>
            <ac:spMk id="4" creationId="{E667131B-94C1-668C-0D24-F0A928AC943F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5" creationId="{3E9A7635-A61F-D030-75EE-CB3F6ED9AC41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6" creationId="{BCD11D30-B00E-F565-9DC6-78204AD87E17}"/>
          </ac:spMkLst>
        </pc:spChg>
        <pc:spChg chg="mod">
          <ac:chgData name="Malak Yazbek" userId="131de4e4151932d3" providerId="LiveId" clId="{18B0A87C-989E-429F-B8DC-5FB1003E68A4}" dt="2026-07-16T18:18:42.943" v="2155"/>
          <ac:spMkLst>
            <pc:docMk/>
            <pc:sldMk cId="2549339800" sldId="278"/>
            <ac:spMk id="7" creationId="{F0D9E48F-F74D-BF46-3022-698F53644C5F}"/>
          </ac:spMkLst>
        </pc:spChg>
        <pc:spChg chg="mod">
          <ac:chgData name="Malak Yazbek" userId="131de4e4151932d3" providerId="LiveId" clId="{18B0A87C-989E-429F-B8DC-5FB1003E68A4}" dt="2026-07-16T18:18:34.143" v="2154"/>
          <ac:spMkLst>
            <pc:docMk/>
            <pc:sldMk cId="2549339800" sldId="278"/>
            <ac:spMk id="8" creationId="{773F91FB-34AA-783D-AEDC-E3F78C214045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9" creationId="{6321BB1C-07CA-B2DA-A14A-E53755C96395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10" creationId="{BAE4F2B6-F7AD-0FBF-011C-01073749B706}"/>
          </ac:spMkLst>
        </pc:spChg>
        <pc:spChg chg="mod">
          <ac:chgData name="Malak Yazbek" userId="131de4e4151932d3" providerId="LiveId" clId="{18B0A87C-989E-429F-B8DC-5FB1003E68A4}" dt="2026-07-16T18:18:52.607" v="2156"/>
          <ac:spMkLst>
            <pc:docMk/>
            <pc:sldMk cId="2549339800" sldId="278"/>
            <ac:spMk id="11" creationId="{A1A17707-D59E-B083-23F8-178AD8CA8041}"/>
          </ac:spMkLst>
        </pc:spChg>
        <pc:spChg chg="mod">
          <ac:chgData name="Malak Yazbek" userId="131de4e4151932d3" providerId="LiveId" clId="{18B0A87C-989E-429F-B8DC-5FB1003E68A4}" dt="2026-07-16T18:19:00.586" v="2157"/>
          <ac:spMkLst>
            <pc:docMk/>
            <pc:sldMk cId="2549339800" sldId="278"/>
            <ac:spMk id="12" creationId="{0CE4A090-990F-00F7-DDA3-2436C375AC11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13" creationId="{89A35D94-3A2E-39DF-4A82-7FEA60DCDBC4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14" creationId="{2DFA640B-E07D-1573-559F-97BD55F7C5EF}"/>
          </ac:spMkLst>
        </pc:spChg>
        <pc:spChg chg="mod">
          <ac:chgData name="Malak Yazbek" userId="131de4e4151932d3" providerId="LiveId" clId="{18B0A87C-989E-429F-B8DC-5FB1003E68A4}" dt="2026-07-16T18:19:09.573" v="2158"/>
          <ac:spMkLst>
            <pc:docMk/>
            <pc:sldMk cId="2549339800" sldId="278"/>
            <ac:spMk id="15" creationId="{69F14EBD-BD43-789F-0083-975F364EF7EC}"/>
          </ac:spMkLst>
        </pc:spChg>
        <pc:spChg chg="mod">
          <ac:chgData name="Malak Yazbek" userId="131de4e4151932d3" providerId="LiveId" clId="{18B0A87C-989E-429F-B8DC-5FB1003E68A4}" dt="2026-07-16T18:19:37.761" v="2164"/>
          <ac:spMkLst>
            <pc:docMk/>
            <pc:sldMk cId="2549339800" sldId="278"/>
            <ac:spMk id="16" creationId="{F83BFA4E-7FB9-05D2-575C-462622B0238E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17" creationId="{5E85F427-56FF-F5C6-8DA7-461085C5BDF8}"/>
          </ac:spMkLst>
        </pc:spChg>
        <pc:spChg chg="mod">
          <ac:chgData name="Malak Yazbek" userId="131de4e4151932d3" providerId="LiveId" clId="{18B0A87C-989E-429F-B8DC-5FB1003E68A4}" dt="2026-07-16T18:17:41.630" v="2123" actId="165"/>
          <ac:spMkLst>
            <pc:docMk/>
            <pc:sldMk cId="2549339800" sldId="278"/>
            <ac:spMk id="18" creationId="{8BF6CF58-BA08-C5A0-18C1-AC3A23A3D714}"/>
          </ac:spMkLst>
        </pc:spChg>
        <pc:spChg chg="mod">
          <ac:chgData name="Malak Yazbek" userId="131de4e4151932d3" providerId="LiveId" clId="{18B0A87C-989E-429F-B8DC-5FB1003E68A4}" dt="2026-07-16T18:19:47.825" v="2165"/>
          <ac:spMkLst>
            <pc:docMk/>
            <pc:sldMk cId="2549339800" sldId="278"/>
            <ac:spMk id="19" creationId="{B1BC3F37-C574-0185-CC09-89455E142FBD}"/>
          </ac:spMkLst>
        </pc:spChg>
        <pc:spChg chg="mod">
          <ac:chgData name="Malak Yazbek" userId="131de4e4151932d3" providerId="LiveId" clId="{18B0A87C-989E-429F-B8DC-5FB1003E68A4}" dt="2026-07-16T18:19:56.970" v="2166"/>
          <ac:spMkLst>
            <pc:docMk/>
            <pc:sldMk cId="2549339800" sldId="278"/>
            <ac:spMk id="20" creationId="{0EFB7B9B-D2B9-30C7-5AD4-3077A6A2F97E}"/>
          </ac:spMkLst>
        </pc:spChg>
        <pc:grpChg chg="del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22" creationId="{96CFFD97-3538-61B9-C2DD-DFF2007E91DB}"/>
          </ac:grpSpMkLst>
        </pc:grpChg>
        <pc:grpChg chg="add mod">
          <ac:chgData name="Malak Yazbek" userId="131de4e4151932d3" providerId="LiveId" clId="{18B0A87C-989E-429F-B8DC-5FB1003E68A4}" dt="2026-07-16T18:20:10.264" v="2167" actId="164"/>
          <ac:grpSpMkLst>
            <pc:docMk/>
            <pc:sldMk cId="2549339800" sldId="278"/>
            <ac:grpSpMk id="23" creationId="{E366948B-033F-F6F8-5487-11145C9E3E47}"/>
          </ac:grpSpMkLst>
        </pc:grpChg>
        <pc:grpChg chg="mod topLvl">
          <ac:chgData name="Malak Yazbek" userId="131de4e4151932d3" providerId="LiveId" clId="{18B0A87C-989E-429F-B8DC-5FB1003E68A4}" dt="2026-07-16T18:20:10.264" v="2167" actId="164"/>
          <ac:grpSpMkLst>
            <pc:docMk/>
            <pc:sldMk cId="2549339800" sldId="278"/>
            <ac:grpSpMk id="26" creationId="{18FA1648-AB81-FD86-181E-C9ABCC94C91B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37" creationId="{FBB03B38-F43B-03EB-B707-B51E2B32A317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38" creationId="{7A172A7D-B8C0-43D2-C9DE-4B4248DD2EEF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39" creationId="{29476ED9-ED2B-CE5F-D371-5B4111E6DB79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40" creationId="{76C42DA3-93A4-F907-22B0-0C547C4B9ED1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41" creationId="{EC587160-6A0F-68A5-7070-FE4E7D9D5285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42" creationId="{C688004D-AA15-8E75-99E0-1E234BF2B1C4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43" creationId="{C498D6FA-35E4-69CD-E175-673DC40CDB3F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45" creationId="{5978D9DB-644A-F344-2495-4098FE88A7A8}"/>
          </ac:grpSpMkLst>
        </pc:grpChg>
        <pc:grpChg chg="del mod topLvl">
          <ac:chgData name="Malak Yazbek" userId="131de4e4151932d3" providerId="LiveId" clId="{18B0A87C-989E-429F-B8DC-5FB1003E68A4}" dt="2026-07-16T18:17:46.379" v="2124" actId="165"/>
          <ac:grpSpMkLst>
            <pc:docMk/>
            <pc:sldMk cId="2549339800" sldId="278"/>
            <ac:grpSpMk id="47" creationId="{D328F3F7-2EC0-1DFC-068B-65F392CB2265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49" creationId="{964A59DF-E1BD-89D9-8FC4-FD4D076F7BF7}"/>
          </ac:grpSpMkLst>
        </pc:grpChg>
        <pc:grpChg chg="mod">
          <ac:chgData name="Malak Yazbek" userId="131de4e4151932d3" providerId="LiveId" clId="{18B0A87C-989E-429F-B8DC-5FB1003E68A4}" dt="2026-07-16T18:17:41.630" v="2123" actId="165"/>
          <ac:grpSpMkLst>
            <pc:docMk/>
            <pc:sldMk cId="2549339800" sldId="278"/>
            <ac:grpSpMk id="50" creationId="{BCA276B9-6EC4-967C-98E3-BC6A908D0C9E}"/>
          </ac:grpSpMkLst>
        </pc:grpChg>
        <pc:grpChg chg="mod topLvl">
          <ac:chgData name="Malak Yazbek" userId="131de4e4151932d3" providerId="LiveId" clId="{18B0A87C-989E-429F-B8DC-5FB1003E68A4}" dt="2026-07-16T18:20:10.264" v="2167" actId="164"/>
          <ac:grpSpMkLst>
            <pc:docMk/>
            <pc:sldMk cId="2549339800" sldId="278"/>
            <ac:grpSpMk id="51" creationId="{8DFA6920-F942-9F88-1EA6-35FB3E53A9D7}"/>
          </ac:grpSpMkLst>
        </pc:grpChg>
      </pc:sldChg>
      <pc:sldChg chg="modSp add mod">
        <pc:chgData name="Malak Yazbek" userId="131de4e4151932d3" providerId="LiveId" clId="{18B0A87C-989E-429F-B8DC-5FB1003E68A4}" dt="2026-07-16T18:40:35.417" v="2387" actId="1076"/>
        <pc:sldMkLst>
          <pc:docMk/>
          <pc:sldMk cId="1831170003" sldId="279"/>
        </pc:sldMkLst>
        <pc:spChg chg="mod">
          <ac:chgData name="Malak Yazbek" userId="131de4e4151932d3" providerId="LiveId" clId="{18B0A87C-989E-429F-B8DC-5FB1003E68A4}" dt="2026-07-16T18:21:34.409" v="2170"/>
          <ac:spMkLst>
            <pc:docMk/>
            <pc:sldMk cId="1831170003" sldId="279"/>
            <ac:spMk id="3" creationId="{89340564-076E-A768-5844-77FD4B69D9FE}"/>
          </ac:spMkLst>
        </pc:spChg>
        <pc:spChg chg="mod">
          <ac:chgData name="Malak Yazbek" userId="131de4e4151932d3" providerId="LiveId" clId="{18B0A87C-989E-429F-B8DC-5FB1003E68A4}" dt="2026-07-16T18:22:10.998" v="2185"/>
          <ac:spMkLst>
            <pc:docMk/>
            <pc:sldMk cId="1831170003" sldId="279"/>
            <ac:spMk id="4" creationId="{DA3AC87E-F699-9A8D-6479-405CB0FDAB76}"/>
          </ac:spMkLst>
        </pc:spChg>
        <pc:spChg chg="mod">
          <ac:chgData name="Malak Yazbek" userId="131de4e4151932d3" providerId="LiveId" clId="{18B0A87C-989E-429F-B8DC-5FB1003E68A4}" dt="2026-07-16T18:22:30.982" v="2214" actId="14100"/>
          <ac:spMkLst>
            <pc:docMk/>
            <pc:sldMk cId="1831170003" sldId="279"/>
            <ac:spMk id="7" creationId="{85BB28F2-674F-3261-FF8B-470AC9DD3FDF}"/>
          </ac:spMkLst>
        </pc:spChg>
        <pc:spChg chg="mod">
          <ac:chgData name="Malak Yazbek" userId="131de4e4151932d3" providerId="LiveId" clId="{18B0A87C-989E-429F-B8DC-5FB1003E68A4}" dt="2026-07-16T18:22:43.532" v="2215"/>
          <ac:spMkLst>
            <pc:docMk/>
            <pc:sldMk cId="1831170003" sldId="279"/>
            <ac:spMk id="8" creationId="{142B2677-89BB-AA31-3C9D-8CBB0F2E2209}"/>
          </ac:spMkLst>
        </pc:spChg>
        <pc:spChg chg="mod">
          <ac:chgData name="Malak Yazbek" userId="131de4e4151932d3" providerId="LiveId" clId="{18B0A87C-989E-429F-B8DC-5FB1003E68A4}" dt="2026-07-16T18:23:01.757" v="2227" actId="14100"/>
          <ac:spMkLst>
            <pc:docMk/>
            <pc:sldMk cId="1831170003" sldId="279"/>
            <ac:spMk id="11" creationId="{E5DCEE80-3ECB-4526-D9FC-FF9A507EFF01}"/>
          </ac:spMkLst>
        </pc:spChg>
        <pc:spChg chg="mod">
          <ac:chgData name="Malak Yazbek" userId="131de4e4151932d3" providerId="LiveId" clId="{18B0A87C-989E-429F-B8DC-5FB1003E68A4}" dt="2026-07-16T18:23:12.249" v="2228"/>
          <ac:spMkLst>
            <pc:docMk/>
            <pc:sldMk cId="1831170003" sldId="279"/>
            <ac:spMk id="12" creationId="{F1A72650-E105-2F65-B9B3-71AE8FA4449F}"/>
          </ac:spMkLst>
        </pc:spChg>
        <pc:spChg chg="mod">
          <ac:chgData name="Malak Yazbek" userId="131de4e4151932d3" providerId="LiveId" clId="{18B0A87C-989E-429F-B8DC-5FB1003E68A4}" dt="2026-07-16T18:23:20.568" v="2229"/>
          <ac:spMkLst>
            <pc:docMk/>
            <pc:sldMk cId="1831170003" sldId="279"/>
            <ac:spMk id="15" creationId="{EBDC50F2-80C8-DD92-FA22-3D40564FB13F}"/>
          </ac:spMkLst>
        </pc:spChg>
        <pc:spChg chg="mod">
          <ac:chgData name="Malak Yazbek" userId="131de4e4151932d3" providerId="LiveId" clId="{18B0A87C-989E-429F-B8DC-5FB1003E68A4}" dt="2026-07-16T18:40:35.417" v="2387" actId="1076"/>
          <ac:spMkLst>
            <pc:docMk/>
            <pc:sldMk cId="1831170003" sldId="279"/>
            <ac:spMk id="16" creationId="{C9067552-7C64-BC90-80FA-0760DF823B7D}"/>
          </ac:spMkLst>
        </pc:spChg>
        <pc:spChg chg="mod">
          <ac:chgData name="Malak Yazbek" userId="131de4e4151932d3" providerId="LiveId" clId="{18B0A87C-989E-429F-B8DC-5FB1003E68A4}" dt="2026-07-16T18:23:43.464" v="2231"/>
          <ac:spMkLst>
            <pc:docMk/>
            <pc:sldMk cId="1831170003" sldId="279"/>
            <ac:spMk id="19" creationId="{0CE00F70-E77B-253F-DEBE-07012233381A}"/>
          </ac:spMkLst>
        </pc:spChg>
        <pc:spChg chg="mod">
          <ac:chgData name="Malak Yazbek" userId="131de4e4151932d3" providerId="LiveId" clId="{18B0A87C-989E-429F-B8DC-5FB1003E68A4}" dt="2026-07-16T18:23:51.762" v="2232"/>
          <ac:spMkLst>
            <pc:docMk/>
            <pc:sldMk cId="1831170003" sldId="279"/>
            <ac:spMk id="20" creationId="{8B573B07-E5AC-C6CE-3019-30E2BB1EDE2B}"/>
          </ac:spMkLst>
        </pc:spChg>
      </pc:sldChg>
      <pc:sldChg chg="modSp add mod">
        <pc:chgData name="Malak Yazbek" userId="131de4e4151932d3" providerId="LiveId" clId="{18B0A87C-989E-429F-B8DC-5FB1003E68A4}" dt="2026-07-16T18:40:57.683" v="2388"/>
        <pc:sldMkLst>
          <pc:docMk/>
          <pc:sldMk cId="2086502300" sldId="280"/>
        </pc:sldMkLst>
        <pc:spChg chg="mod">
          <ac:chgData name="Malak Yazbek" userId="131de4e4151932d3" providerId="LiveId" clId="{18B0A87C-989E-429F-B8DC-5FB1003E68A4}" dt="2026-07-16T18:24:41.584" v="2235"/>
          <ac:spMkLst>
            <pc:docMk/>
            <pc:sldMk cId="2086502300" sldId="280"/>
            <ac:spMk id="3" creationId="{C318FA7B-0139-84FC-0F0A-A1CE8BE00CDD}"/>
          </ac:spMkLst>
        </pc:spChg>
        <pc:spChg chg="mod">
          <ac:chgData name="Malak Yazbek" userId="131de4e4151932d3" providerId="LiveId" clId="{18B0A87C-989E-429F-B8DC-5FB1003E68A4}" dt="2026-07-16T18:24:51.062" v="2239" actId="403"/>
          <ac:spMkLst>
            <pc:docMk/>
            <pc:sldMk cId="2086502300" sldId="280"/>
            <ac:spMk id="4" creationId="{C5F13B38-82E8-BA5D-842F-9482BFFCCA72}"/>
          </ac:spMkLst>
        </pc:spChg>
        <pc:spChg chg="mod">
          <ac:chgData name="Malak Yazbek" userId="131de4e4151932d3" providerId="LiveId" clId="{18B0A87C-989E-429F-B8DC-5FB1003E68A4}" dt="2026-07-16T18:25:01.322" v="2240"/>
          <ac:spMkLst>
            <pc:docMk/>
            <pc:sldMk cId="2086502300" sldId="280"/>
            <ac:spMk id="7" creationId="{70EF2317-04A2-A5E6-A3B4-CF5EACEC1DBD}"/>
          </ac:spMkLst>
        </pc:spChg>
        <pc:spChg chg="mod">
          <ac:chgData name="Malak Yazbek" userId="131de4e4151932d3" providerId="LiveId" clId="{18B0A87C-989E-429F-B8DC-5FB1003E68A4}" dt="2026-07-16T18:40:57.683" v="2388"/>
          <ac:spMkLst>
            <pc:docMk/>
            <pc:sldMk cId="2086502300" sldId="280"/>
            <ac:spMk id="8" creationId="{EA3ADE79-6695-F63B-08F9-B1DCF931E54E}"/>
          </ac:spMkLst>
        </pc:spChg>
        <pc:spChg chg="mod">
          <ac:chgData name="Malak Yazbek" userId="131de4e4151932d3" providerId="LiveId" clId="{18B0A87C-989E-429F-B8DC-5FB1003E68A4}" dt="2026-07-16T18:25:22.499" v="2254" actId="14100"/>
          <ac:spMkLst>
            <pc:docMk/>
            <pc:sldMk cId="2086502300" sldId="280"/>
            <ac:spMk id="11" creationId="{B9ABAECF-6E6C-8877-1FC8-25B2B9BAA540}"/>
          </ac:spMkLst>
        </pc:spChg>
        <pc:spChg chg="mod">
          <ac:chgData name="Malak Yazbek" userId="131de4e4151932d3" providerId="LiveId" clId="{18B0A87C-989E-429F-B8DC-5FB1003E68A4}" dt="2026-07-16T18:25:31.165" v="2255"/>
          <ac:spMkLst>
            <pc:docMk/>
            <pc:sldMk cId="2086502300" sldId="280"/>
            <ac:spMk id="12" creationId="{EDE5F743-8FDE-E7FA-17F9-8E9E4C4AA5EF}"/>
          </ac:spMkLst>
        </pc:spChg>
        <pc:spChg chg="mod">
          <ac:chgData name="Malak Yazbek" userId="131de4e4151932d3" providerId="LiveId" clId="{18B0A87C-989E-429F-B8DC-5FB1003E68A4}" dt="2026-07-16T18:25:48.397" v="2281" actId="14100"/>
          <ac:spMkLst>
            <pc:docMk/>
            <pc:sldMk cId="2086502300" sldId="280"/>
            <ac:spMk id="15" creationId="{A79F8792-C391-337B-DB82-6DD73AA69786}"/>
          </ac:spMkLst>
        </pc:spChg>
        <pc:spChg chg="mod">
          <ac:chgData name="Malak Yazbek" userId="131de4e4151932d3" providerId="LiveId" clId="{18B0A87C-989E-429F-B8DC-5FB1003E68A4}" dt="2026-07-16T18:26:03.123" v="2283"/>
          <ac:spMkLst>
            <pc:docMk/>
            <pc:sldMk cId="2086502300" sldId="280"/>
            <ac:spMk id="16" creationId="{A4714620-21F5-114A-118D-7F4D1B41EDDB}"/>
          </ac:spMkLst>
        </pc:spChg>
        <pc:spChg chg="mod">
          <ac:chgData name="Malak Yazbek" userId="131de4e4151932d3" providerId="LiveId" clId="{18B0A87C-989E-429F-B8DC-5FB1003E68A4}" dt="2026-07-16T18:26:11.896" v="2284"/>
          <ac:spMkLst>
            <pc:docMk/>
            <pc:sldMk cId="2086502300" sldId="280"/>
            <ac:spMk id="19" creationId="{AF3B13FC-7CFC-0B64-D7E6-8378E093EA39}"/>
          </ac:spMkLst>
        </pc:spChg>
        <pc:spChg chg="mod">
          <ac:chgData name="Malak Yazbek" userId="131de4e4151932d3" providerId="LiveId" clId="{18B0A87C-989E-429F-B8DC-5FB1003E68A4}" dt="2026-07-16T18:26:22.608" v="2285"/>
          <ac:spMkLst>
            <pc:docMk/>
            <pc:sldMk cId="2086502300" sldId="280"/>
            <ac:spMk id="20" creationId="{08E8D86D-25BA-2654-379A-C347C5B68569}"/>
          </ac:spMkLst>
        </pc:spChg>
      </pc:sldChg>
      <pc:sldChg chg="addSp delSp modSp add mod ord">
        <pc:chgData name="Malak Yazbek" userId="131de4e4151932d3" providerId="LiveId" clId="{18B0A87C-989E-429F-B8DC-5FB1003E68A4}" dt="2026-07-16T18:44:16.656" v="2418" actId="12789"/>
        <pc:sldMkLst>
          <pc:docMk/>
          <pc:sldMk cId="3366669871" sldId="281"/>
        </pc:sldMkLst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2" creationId="{7C6B2087-2004-0F26-32F8-AD7CF9200A25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3" creationId="{3342D767-FF34-38A6-C3A5-0F4EEE972372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4" creationId="{84C68852-1FB8-4A73-0A34-4E82C25802E5}"/>
          </ac:spMkLst>
        </pc:spChg>
        <pc:spChg chg="mod topLvl">
          <ac:chgData name="Malak Yazbek" userId="131de4e4151932d3" providerId="LiveId" clId="{18B0A87C-989E-429F-B8DC-5FB1003E68A4}" dt="2026-07-16T18:44:13.676" v="2416" actId="164"/>
          <ac:spMkLst>
            <pc:docMk/>
            <pc:sldMk cId="3366669871" sldId="281"/>
            <ac:spMk id="5" creationId="{0738DF32-C1CE-BFBD-63A8-424FDC8D4DB4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6" creationId="{E5406263-69AB-CF92-C56C-0B0E27511EDA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7" creationId="{4EEF050F-4189-CBB0-ABC1-A4EBAF8522CC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8" creationId="{A468E3AB-75AB-50A3-0F89-BE671C3656A3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9" creationId="{A21BB6A2-8EC2-499F-BAFE-4021D0555477}"/>
          </ac:spMkLst>
        </pc:spChg>
        <pc:spChg chg="mod topLvl">
          <ac:chgData name="Malak Yazbek" userId="131de4e4151932d3" providerId="LiveId" clId="{18B0A87C-989E-429F-B8DC-5FB1003E68A4}" dt="2026-07-16T18:44:13.676" v="2416" actId="164"/>
          <ac:spMkLst>
            <pc:docMk/>
            <pc:sldMk cId="3366669871" sldId="281"/>
            <ac:spMk id="10" creationId="{29270698-5677-8466-548F-B09B8F1CA0FD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1" creationId="{43AE33D4-EC2B-15EB-7857-7D61AA4DBA03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2" creationId="{10023471-F984-6A9A-3C1C-19F637D1F477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3" creationId="{C5862E28-C1E2-3280-F5B7-06C91E1D88F8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4" creationId="{7F34DFA0-A7DA-29CF-006A-34CB44EB6FD0}"/>
          </ac:spMkLst>
        </pc:spChg>
        <pc:spChg chg="mod topLvl">
          <ac:chgData name="Malak Yazbek" userId="131de4e4151932d3" providerId="LiveId" clId="{18B0A87C-989E-429F-B8DC-5FB1003E68A4}" dt="2026-07-16T18:44:13.676" v="2416" actId="164"/>
          <ac:spMkLst>
            <pc:docMk/>
            <pc:sldMk cId="3366669871" sldId="281"/>
            <ac:spMk id="15" creationId="{D7B30C53-D4DD-1673-AD88-CFE2AB485E89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6" creationId="{BD116EEA-F420-B7A6-9A0C-FDC814370AB8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7" creationId="{B40F4400-5134-DC55-A9DA-AE099F8E3D84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8" creationId="{61AE0D23-42A0-466D-DC07-35278BC836A4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19" creationId="{343B47F7-BC07-32F4-F4C8-56B9F9FBD3A9}"/>
          </ac:spMkLst>
        </pc:spChg>
        <pc:spChg chg="mod topLvl">
          <ac:chgData name="Malak Yazbek" userId="131de4e4151932d3" providerId="LiveId" clId="{18B0A87C-989E-429F-B8DC-5FB1003E68A4}" dt="2026-07-16T18:44:13.676" v="2416" actId="164"/>
          <ac:spMkLst>
            <pc:docMk/>
            <pc:sldMk cId="3366669871" sldId="281"/>
            <ac:spMk id="20" creationId="{CAB208F4-72BC-7A59-19BA-2E6D0798564D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21" creationId="{B3CB4015-F245-8B6C-674E-2245A7E14E38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22" creationId="{C8D323C4-F5FD-D33F-8739-EF7A4A9D85BD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23" creationId="{58F9B350-49AE-DB72-3C40-10458C634061}"/>
          </ac:spMkLst>
        </pc:spChg>
        <pc:spChg chg="mod">
          <ac:chgData name="Malak Yazbek" userId="131de4e4151932d3" providerId="LiveId" clId="{18B0A87C-989E-429F-B8DC-5FB1003E68A4}" dt="2026-07-16T18:41:36.160" v="2395" actId="165"/>
          <ac:spMkLst>
            <pc:docMk/>
            <pc:sldMk cId="3366669871" sldId="281"/>
            <ac:spMk id="24" creationId="{262A12D8-19F6-4E96-9868-74FE2AF13DE6}"/>
          </ac:spMkLst>
        </pc:spChg>
        <pc:grpChg chg="mod topLvl">
          <ac:chgData name="Malak Yazbek" userId="131de4e4151932d3" providerId="LiveId" clId="{18B0A87C-989E-429F-B8DC-5FB1003E68A4}" dt="2026-07-16T18:44:13.676" v="2416" actId="164"/>
          <ac:grpSpMkLst>
            <pc:docMk/>
            <pc:sldMk cId="3366669871" sldId="281"/>
            <ac:grpSpMk id="25" creationId="{33A47815-1241-C1EA-2E5F-D9DDD7E7F546}"/>
          </ac:grpSpMkLst>
        </pc:grpChg>
        <pc:grpChg chg="add mod">
          <ac:chgData name="Malak Yazbek" userId="131de4e4151932d3" providerId="LiveId" clId="{18B0A87C-989E-429F-B8DC-5FB1003E68A4}" dt="2026-07-16T18:44:16.656" v="2418" actId="12789"/>
          <ac:grpSpMkLst>
            <pc:docMk/>
            <pc:sldMk cId="3366669871" sldId="281"/>
            <ac:grpSpMk id="26" creationId="{F1F07BC0-6249-C2CE-1665-842A17E9C028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27" creationId="{E11344BF-D674-8269-D8B1-3BE596BAC174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31" creationId="{99FCE1FC-2ADD-30A9-16C5-92F616477296}"/>
          </ac:grpSpMkLst>
        </pc:grpChg>
        <pc:grpChg chg="mod topLvl">
          <ac:chgData name="Malak Yazbek" userId="131de4e4151932d3" providerId="LiveId" clId="{18B0A87C-989E-429F-B8DC-5FB1003E68A4}" dt="2026-07-16T18:44:13.676" v="2416" actId="164"/>
          <ac:grpSpMkLst>
            <pc:docMk/>
            <pc:sldMk cId="3366669871" sldId="281"/>
            <ac:grpSpMk id="32" creationId="{FC8918EC-2D67-4397-D6BA-BC40DA7D6EC2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33" creationId="{EF8D31EF-7A31-ACC2-C68E-CE8CF89EDED5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35" creationId="{903CE871-8857-F56D-72FB-87AB7B9C1C5F}"/>
          </ac:grpSpMkLst>
        </pc:grpChg>
        <pc:grpChg chg="mod topLvl">
          <ac:chgData name="Malak Yazbek" userId="131de4e4151932d3" providerId="LiveId" clId="{18B0A87C-989E-429F-B8DC-5FB1003E68A4}" dt="2026-07-16T18:44:13.676" v="2416" actId="164"/>
          <ac:grpSpMkLst>
            <pc:docMk/>
            <pc:sldMk cId="3366669871" sldId="281"/>
            <ac:grpSpMk id="37" creationId="{D10CF3E5-66B4-D731-6849-0DE21CACE7E6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38" creationId="{590CEC68-2318-752E-9F23-97568F919BE4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39" creationId="{9329D0C6-9B04-035B-5947-AC2C7F9E6EF3}"/>
          </ac:grpSpMkLst>
        </pc:grpChg>
        <pc:grpChg chg="mod topLvl">
          <ac:chgData name="Malak Yazbek" userId="131de4e4151932d3" providerId="LiveId" clId="{18B0A87C-989E-429F-B8DC-5FB1003E68A4}" dt="2026-07-16T18:44:13.676" v="2416" actId="164"/>
          <ac:grpSpMkLst>
            <pc:docMk/>
            <pc:sldMk cId="3366669871" sldId="281"/>
            <ac:grpSpMk id="40" creationId="{EBA3A902-9185-0CA2-8F59-564BEF36A0D4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41" creationId="{95CDC204-535E-714D-1798-2522FA833309}"/>
          </ac:grpSpMkLst>
        </pc:grpChg>
        <pc:grpChg chg="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42" creationId="{169BE3A3-4020-F8F1-9AFE-C9BD266B67C5}"/>
          </ac:grpSpMkLst>
        </pc:grpChg>
        <pc:grpChg chg="mod topLvl">
          <ac:chgData name="Malak Yazbek" userId="131de4e4151932d3" providerId="LiveId" clId="{18B0A87C-989E-429F-B8DC-5FB1003E68A4}" dt="2026-07-16T18:44:13.676" v="2416" actId="164"/>
          <ac:grpSpMkLst>
            <pc:docMk/>
            <pc:sldMk cId="3366669871" sldId="281"/>
            <ac:grpSpMk id="43" creationId="{C60FCF04-8209-2CB4-74A8-A309E728423A}"/>
          </ac:grpSpMkLst>
        </pc:grpChg>
        <pc:grpChg chg="del mod">
          <ac:chgData name="Malak Yazbek" userId="131de4e4151932d3" providerId="LiveId" clId="{18B0A87C-989E-429F-B8DC-5FB1003E68A4}" dt="2026-07-16T18:41:36.160" v="2395" actId="165"/>
          <ac:grpSpMkLst>
            <pc:docMk/>
            <pc:sldMk cId="3366669871" sldId="281"/>
            <ac:grpSpMk id="44" creationId="{300CB30E-37CD-2F35-FDFD-3E57B4275570}"/>
          </ac:grpSpMkLst>
        </pc:grpChg>
      </pc:sldChg>
      <pc:sldChg chg="new add del">
        <pc:chgData name="Malak Yazbek" userId="131de4e4151932d3" providerId="LiveId" clId="{18B0A87C-989E-429F-B8DC-5FB1003E68A4}" dt="2026-07-25T17:17:29.651" v="2464" actId="680"/>
        <pc:sldMkLst>
          <pc:docMk/>
          <pc:sldMk cId="1135516090" sldId="282"/>
        </pc:sldMkLst>
      </pc:sldChg>
      <pc:sldChg chg="addSp delSp modSp add mod modAnim">
        <pc:chgData name="Malak Yazbek" userId="131de4e4151932d3" providerId="LiveId" clId="{18B0A87C-989E-429F-B8DC-5FB1003E68A4}" dt="2026-07-25T17:20:18.998" v="2501" actId="12789"/>
        <pc:sldMkLst>
          <pc:docMk/>
          <pc:sldMk cId="1406922685" sldId="282"/>
        </pc:sldMkLst>
        <pc:spChg chg="del">
          <ac:chgData name="Malak Yazbek" userId="131de4e4151932d3" providerId="LiveId" clId="{18B0A87C-989E-429F-B8DC-5FB1003E68A4}" dt="2026-07-25T17:19:19.574" v="2484" actId="478"/>
          <ac:spMkLst>
            <pc:docMk/>
            <pc:sldMk cId="1406922685" sldId="282"/>
            <ac:spMk id="21" creationId="{62E1C094-7DC6-1E78-73FA-268B76715B90}"/>
          </ac:spMkLst>
        </pc:spChg>
        <pc:grpChg chg="del">
          <ac:chgData name="Malak Yazbek" userId="131de4e4151932d3" providerId="LiveId" clId="{18B0A87C-989E-429F-B8DC-5FB1003E68A4}" dt="2026-07-25T17:17:37.487" v="2466" actId="478"/>
          <ac:grpSpMkLst>
            <pc:docMk/>
            <pc:sldMk cId="1406922685" sldId="282"/>
            <ac:grpSpMk id="23" creationId="{72C3091F-8E75-186B-97C8-57E52D294653}"/>
          </ac:grpSpMkLst>
        </pc:grpChg>
        <pc:picChg chg="add mod">
          <ac:chgData name="Malak Yazbek" userId="131de4e4151932d3" providerId="LiveId" clId="{18B0A87C-989E-429F-B8DC-5FB1003E68A4}" dt="2026-07-25T17:20:18.998" v="2501" actId="12789"/>
          <ac:picMkLst>
            <pc:docMk/>
            <pc:sldMk cId="1406922685" sldId="282"/>
            <ac:picMk id="22" creationId="{BA192E1E-D253-6BA6-705D-0A61E4E16A94}"/>
          </ac:picMkLst>
        </pc:picChg>
      </pc:sldChg>
      <pc:sldChg chg="add del">
        <pc:chgData name="Malak Yazbek" userId="131de4e4151932d3" providerId="LiveId" clId="{18B0A87C-989E-429F-B8DC-5FB1003E68A4}" dt="2026-07-25T17:17:29.498" v="2463" actId="2890"/>
        <pc:sldMkLst>
          <pc:docMk/>
          <pc:sldMk cId="2238099152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804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594B-0643-4016-B439-707C053A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D1D1B-362A-7BF2-2198-9577F5954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BBF65-01F4-D2E3-20C4-AF7BF8A4C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9A8C-B439-69B9-F4AB-534E4495F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5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A457-DD6D-CEB9-F931-42A10946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30B0C-08F8-4297-792E-FD79EA228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7D64C-63BF-7853-1289-EA466F7EC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D352-95FA-0514-67CD-4B3A1951B8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0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5718-143C-76BC-0AD9-D7D1EBEE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7E205-1325-8505-C257-2E138CA55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BCDED-4AC7-C1A9-5784-F826B6FD1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C6E48-4B0A-D94F-E794-4E8869DBA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72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CF13-BAC9-A1C8-A0A8-EC3F5A812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0A903-1782-104F-1976-10777AE81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6EB5E-FF94-A5CA-A7E4-93654B6A4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66DD1-194A-0C0B-CBDB-7C8B7AD78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289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C529-9BB1-E90F-F3E0-58D6C502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CAE44-99B9-FED5-3F60-19075AE62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CC0C5-D45E-AC1E-1FF3-FA6CCD529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C6632-0AE8-6BA2-C205-3912357CA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986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1615-F656-9AEB-5A80-CF5F1FCA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302C1-718D-C533-4152-64BE44C5D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3F68E-80C6-0F7D-8D8E-1FED11196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32E5C-8A09-88EA-6190-8ED98ABE9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154F-FD45-43A6-7315-A68FDF57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A5083-F27F-F037-657E-F08A85624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ED7EB-83DE-CDE0-294C-41B0A77B7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BD279-844C-B8F0-9C59-0515DC294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68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4703-DF04-AC0F-7536-AD8E22F5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C417E-DB3F-B7C4-2CD1-B78371A23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7725F-5CBE-E433-BFD4-8316A369F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9F253-CFD9-AF29-8242-AB2703BC3D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674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30BE9-2150-8C2F-972C-9DDEB443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EFDD3-B969-4ABC-86DA-CFC1ED484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D40E4-506D-0B36-6E46-2A0B8DD50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752D3-ED96-F2A3-114E-580848FD2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863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BAC7F8C0-4639-DDEF-5F7A-F8BBCAF6DB19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932B87-849C-512F-10D7-1D91C5BABFB7}"/>
              </a:ext>
            </a:extLst>
          </p:cNvPr>
          <p:cNvGrpSpPr/>
          <p:nvPr/>
        </p:nvGrpSpPr>
        <p:grpSpPr>
          <a:xfrm>
            <a:off x="731673" y="958430"/>
            <a:ext cx="10728655" cy="4941140"/>
            <a:chOff x="731673" y="959031"/>
            <a:chExt cx="10728655" cy="4941140"/>
          </a:xfrm>
        </p:grpSpPr>
        <p:sp>
          <p:nvSpPr>
            <p:cNvPr id="2" name="Shape 0"/>
            <p:cNvSpPr/>
            <p:nvPr/>
          </p:nvSpPr>
          <p:spPr>
            <a:xfrm>
              <a:off x="4358640" y="959031"/>
              <a:ext cx="3474720" cy="384048"/>
            </a:xfrm>
            <a:prstGeom prst="roundRect">
              <a:avLst>
                <a:gd name="adj" fmla="val 50000"/>
              </a:avLst>
            </a:prstGeom>
            <a:solidFill>
              <a:srgbClr val="1A1030">
                <a:alpha val="75000"/>
              </a:srgbClr>
            </a:solidFill>
            <a:ln w="15875">
              <a:solidFill>
                <a:srgbClr val="9B5CF6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4358641" y="959031"/>
              <a:ext cx="34747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kern="0" spc="100" dirty="0">
                  <a:solidFill>
                    <a:srgbClr val="9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✨  GRADUATION PROJECT  ·  2025 – 2026</a:t>
              </a:r>
              <a:endParaRPr lang="en-US" sz="125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31673" y="1351573"/>
              <a:ext cx="10728655" cy="2377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sz="58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Plan Smart.</a:t>
              </a:r>
              <a:endParaRPr lang="en-US" sz="5800" dirty="0"/>
            </a:p>
            <a:p>
              <a:pPr marL="0" indent="0" algn="ctr">
                <a:lnSpc>
                  <a:spcPct val="102000"/>
                </a:lnSpc>
                <a:buNone/>
              </a:pPr>
              <a:r>
                <a:rPr lang="en-US" sz="5800" b="1" dirty="0">
                  <a:solidFill>
                    <a:srgbClr val="EC4899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Study Better.</a:t>
              </a:r>
              <a:endParaRPr lang="en-US" sz="58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011832" y="3537628"/>
              <a:ext cx="8168335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GB" sz="1500" dirty="0">
                  <a:solidFill>
                    <a:srgbClr val="B4B4C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StudyNexus is an AI-powered, cross-platform study planner developed as a graduation project for the Department of Computer Science at the Islamic University of Lebanon.</a:t>
              </a:r>
              <a:endParaRPr lang="en-US" sz="1500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014B187-CE2D-120E-E12A-A7F4F6693419}"/>
                </a:ext>
              </a:extLst>
            </p:cNvPr>
            <p:cNvGrpSpPr/>
            <p:nvPr/>
          </p:nvGrpSpPr>
          <p:grpSpPr>
            <a:xfrm>
              <a:off x="2392681" y="4556003"/>
              <a:ext cx="7406640" cy="1344168"/>
              <a:chOff x="2392681" y="4791456"/>
              <a:chExt cx="7406640" cy="1344168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2392681" y="4791456"/>
                <a:ext cx="22860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4C8DFF"/>
                </a:solidFill>
                <a:prstDash val="solid"/>
              </a:ln>
            </p:spPr>
          </p:sp>
          <p:sp>
            <p:nvSpPr>
              <p:cNvPr id="7" name="Text 5"/>
              <p:cNvSpPr/>
              <p:nvPr/>
            </p:nvSpPr>
            <p:spPr>
              <a:xfrm>
                <a:off x="2392681" y="4791456"/>
                <a:ext cx="22860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🚀  AI Scheduling</a:t>
                </a:r>
                <a:endParaRPr lang="en-US" sz="1250" dirty="0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4953001" y="4791456"/>
                <a:ext cx="22860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9B5CF6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4953001" y="4791456"/>
                <a:ext cx="22860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9B5CF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💫  Behavior Analytics</a:t>
                </a:r>
                <a:endParaRPr lang="en-US" sz="1250" dirty="0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7513321" y="4791456"/>
                <a:ext cx="22860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EC4899"/>
                </a:solidFill>
                <a:prstDash val="solid"/>
              </a:ln>
            </p:spPr>
          </p:sp>
          <p:sp>
            <p:nvSpPr>
              <p:cNvPr id="11" name="Text 9"/>
              <p:cNvSpPr/>
              <p:nvPr/>
            </p:nvSpPr>
            <p:spPr>
              <a:xfrm>
                <a:off x="7513321" y="4791456"/>
                <a:ext cx="22860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EC48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🔥  Social Motivation</a:t>
                </a:r>
                <a:endParaRPr lang="en-US" sz="1250" dirty="0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4815841" y="5568696"/>
                <a:ext cx="2560320" cy="566928"/>
              </a:xfrm>
              <a:prstGeom prst="roundRect">
                <a:avLst>
                  <a:gd name="adj" fmla="val 50000"/>
                </a:avLst>
              </a:prstGeom>
              <a:solidFill>
                <a:srgbClr val="7C3AED"/>
              </a:solidFill>
              <a:ln/>
              <a:effectLst>
                <a:outerShdw blurRad="127000" dist="38100" dir="5400000" algn="bl" rotWithShape="0">
                  <a:srgbClr val="000000">
                    <a:alpha val="35000"/>
                  </a:srgbClr>
                </a:outerShdw>
              </a:effectLst>
            </p:spPr>
          </p:sp>
          <p:sp>
            <p:nvSpPr>
              <p:cNvPr id="13" name="Text 11"/>
              <p:cNvSpPr/>
              <p:nvPr/>
            </p:nvSpPr>
            <p:spPr>
              <a:xfrm>
                <a:off x="4815841" y="5568696"/>
                <a:ext cx="2560320" cy="56692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By Malak Yazbek</a:t>
                </a:r>
                <a:endParaRPr lang="en-US" sz="1400"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7994CCA7-40BF-1E4E-40E5-26CAEA55EAF1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7F3A109-4DC9-F77A-FA35-ADC740C51F7B}"/>
              </a:ext>
            </a:extLst>
          </p:cNvPr>
          <p:cNvGrpSpPr/>
          <p:nvPr/>
        </p:nvGrpSpPr>
        <p:grpSpPr>
          <a:xfrm>
            <a:off x="1317095" y="1258903"/>
            <a:ext cx="9557810" cy="4340194"/>
            <a:chOff x="1308529" y="1258903"/>
            <a:chExt cx="9557810" cy="434019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5BD38C1-E235-664C-BDCB-A6F455CBA94D}"/>
                </a:ext>
              </a:extLst>
            </p:cNvPr>
            <p:cNvGrpSpPr/>
            <p:nvPr/>
          </p:nvGrpSpPr>
          <p:grpSpPr>
            <a:xfrm>
              <a:off x="1308529" y="1258903"/>
              <a:ext cx="6840000" cy="1375350"/>
              <a:chOff x="1034560" y="1129047"/>
              <a:chExt cx="6840000" cy="137535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6A3EC746-0E64-C316-0349-7C9AD45ED10A}"/>
                  </a:ext>
                </a:extLst>
              </p:cNvPr>
              <p:cNvGrpSpPr/>
              <p:nvPr/>
            </p:nvGrpSpPr>
            <p:grpSpPr>
              <a:xfrm>
                <a:off x="1034560" y="1129047"/>
                <a:ext cx="1645920" cy="384048"/>
                <a:chOff x="1209428" y="672084"/>
                <a:chExt cx="1645920" cy="384048"/>
              </a:xfrm>
            </p:grpSpPr>
            <p:sp>
              <p:nvSpPr>
                <p:cNvPr id="2" name="Shape 0"/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A1030">
                    <a:alpha val="75000"/>
                  </a:srgbClr>
                </a:solidFill>
                <a:ln w="15875">
                  <a:solidFill>
                    <a:srgbClr val="4C8DFF"/>
                  </a:solidFill>
                  <a:prstDash val="solid"/>
                </a:ln>
              </p:spPr>
            </p:sp>
            <p:sp>
              <p:nvSpPr>
                <p:cNvPr id="3" name="Text 1"/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50" b="1" kern="0" spc="100" dirty="0">
                      <a:solidFill>
                        <a:srgbClr val="4C8D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AGENDA</a:t>
                  </a:r>
                  <a:endParaRPr lang="en-US" sz="1250" dirty="0"/>
                </a:p>
              </p:txBody>
            </p:sp>
          </p:grpSp>
          <p:sp>
            <p:nvSpPr>
              <p:cNvPr id="4" name="Text 2"/>
              <p:cNvSpPr/>
              <p:nvPr/>
            </p:nvSpPr>
            <p:spPr>
              <a:xfrm>
                <a:off x="1034560" y="1589997"/>
                <a:ext cx="68400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4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Presentation </a:t>
                </a:r>
                <a:r>
                  <a:rPr lang="en-US" sz="4000" b="1" dirty="0">
                    <a:solidFill>
                      <a:srgbClr val="9B5CF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Overview</a:t>
                </a:r>
                <a:endParaRPr lang="en-US" sz="4000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133A4DE-A743-D2BB-2BD7-E19A8CA40B32}"/>
                </a:ext>
              </a:extLst>
            </p:cNvPr>
            <p:cNvGrpSpPr/>
            <p:nvPr/>
          </p:nvGrpSpPr>
          <p:grpSpPr>
            <a:xfrm>
              <a:off x="1308529" y="2879144"/>
              <a:ext cx="4387584" cy="992475"/>
              <a:chOff x="1314174" y="2598516"/>
              <a:chExt cx="4387584" cy="992475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1314174" y="2752924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EC4899"/>
                </a:solidFill>
                <a:prstDash val="solid"/>
              </a:ln>
            </p:spPr>
          </p:sp>
          <p:sp>
            <p:nvSpPr>
              <p:cNvPr id="6" name="Text 4"/>
              <p:cNvSpPr/>
              <p:nvPr/>
            </p:nvSpPr>
            <p:spPr>
              <a:xfrm>
                <a:off x="1314174" y="2752924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EC48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01</a:t>
                </a:r>
                <a:endParaRPr lang="en-US" sz="1800" dirty="0"/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82EC5A7-F784-9043-6AF1-4DBAFE1039D8}"/>
                  </a:ext>
                </a:extLst>
              </p:cNvPr>
              <p:cNvGrpSpPr/>
              <p:nvPr/>
            </p:nvGrpSpPr>
            <p:grpSpPr>
              <a:xfrm>
                <a:off x="2173966" y="2598516"/>
                <a:ext cx="3527792" cy="992475"/>
                <a:chOff x="9379628" y="5340509"/>
                <a:chExt cx="3527792" cy="992475"/>
              </a:xfrm>
            </p:grpSpPr>
            <p:sp>
              <p:nvSpPr>
                <p:cNvPr id="7" name="Text 5"/>
                <p:cNvSpPr/>
                <p:nvPr/>
              </p:nvSpPr>
              <p:spPr>
                <a:xfrm>
                  <a:off x="9379628" y="5340509"/>
                  <a:ext cx="1587959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Vision</a:t>
                  </a:r>
                  <a:endParaRPr lang="en-US" sz="2400" dirty="0"/>
                </a:p>
              </p:txBody>
            </p:sp>
            <p:sp>
              <p:nvSpPr>
                <p:cNvPr id="8" name="Text 6"/>
                <p:cNvSpPr/>
                <p:nvPr/>
              </p:nvSpPr>
              <p:spPr>
                <a:xfrm>
                  <a:off x="9379628" y="5875784"/>
                  <a:ext cx="3527792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problem students face, and the idea behind StudyNexus.</a:t>
                  </a:r>
                  <a:endParaRPr lang="en-US" sz="1600" dirty="0"/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C2AB73F-CFE9-F8C7-0AD0-95E3C39C0930}"/>
                </a:ext>
              </a:extLst>
            </p:cNvPr>
            <p:cNvGrpSpPr/>
            <p:nvPr/>
          </p:nvGrpSpPr>
          <p:grpSpPr>
            <a:xfrm>
              <a:off x="1308529" y="4606981"/>
              <a:ext cx="4387792" cy="992116"/>
              <a:chOff x="1314174" y="4326353"/>
              <a:chExt cx="4387792" cy="992116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1314174" y="4504653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9B5CF6"/>
                </a:solidFill>
                <a:prstDash val="solid"/>
              </a:ln>
            </p:spPr>
          </p:sp>
          <p:sp>
            <p:nvSpPr>
              <p:cNvPr id="10" name="Text 8"/>
              <p:cNvSpPr/>
              <p:nvPr/>
            </p:nvSpPr>
            <p:spPr>
              <a:xfrm>
                <a:off x="1314174" y="4504653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9B5CF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02</a:t>
                </a:r>
                <a:endParaRPr lang="en-US" sz="1800" dirty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A77825-2370-585E-27C8-3FA4633BDB9A}"/>
                  </a:ext>
                </a:extLst>
              </p:cNvPr>
              <p:cNvGrpSpPr/>
              <p:nvPr/>
            </p:nvGrpSpPr>
            <p:grpSpPr>
              <a:xfrm>
                <a:off x="2173966" y="4326353"/>
                <a:ext cx="3528000" cy="992116"/>
                <a:chOff x="5885994" y="5291629"/>
                <a:chExt cx="3528000" cy="992116"/>
              </a:xfrm>
            </p:grpSpPr>
            <p:sp>
              <p:nvSpPr>
                <p:cNvPr id="11" name="Text 9"/>
                <p:cNvSpPr/>
                <p:nvPr/>
              </p:nvSpPr>
              <p:spPr>
                <a:xfrm>
                  <a:off x="5885994" y="5291629"/>
                  <a:ext cx="1698992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System</a:t>
                  </a:r>
                  <a:endParaRPr lang="en-US" sz="2400" dirty="0"/>
                </a:p>
              </p:txBody>
            </p:sp>
            <p:sp>
              <p:nvSpPr>
                <p:cNvPr id="12" name="Text 10"/>
                <p:cNvSpPr/>
                <p:nvPr/>
              </p:nvSpPr>
              <p:spPr>
                <a:xfrm>
                  <a:off x="5885994" y="5826545"/>
                  <a:ext cx="3528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Architecture, technology stack, and how the AI actually works.</a:t>
                  </a:r>
                  <a:endParaRPr lang="en-US" sz="1600" dirty="0"/>
                </a:p>
              </p:txBody>
            </p: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9E1A099-BABD-311F-26CB-254F4C8856A2}"/>
                </a:ext>
              </a:extLst>
            </p:cNvPr>
            <p:cNvGrpSpPr/>
            <p:nvPr/>
          </p:nvGrpSpPr>
          <p:grpSpPr>
            <a:xfrm>
              <a:off x="6262547" y="3029354"/>
              <a:ext cx="713232" cy="693839"/>
              <a:chOff x="8948500" y="3864581"/>
              <a:chExt cx="713232" cy="713232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8948500" y="3864581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4C8DFF"/>
                </a:solidFill>
                <a:prstDash val="solid"/>
              </a:ln>
            </p:spPr>
          </p:sp>
          <p:sp>
            <p:nvSpPr>
              <p:cNvPr id="14" name="Text 12"/>
              <p:cNvSpPr/>
              <p:nvPr/>
            </p:nvSpPr>
            <p:spPr>
              <a:xfrm>
                <a:off x="8948500" y="3864581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03</a:t>
                </a:r>
                <a:endParaRPr lang="en-US" sz="1800" dirty="0"/>
              </a:p>
            </p:txBody>
          </p:sp>
        </p:grpSp>
        <p:sp>
          <p:nvSpPr>
            <p:cNvPr id="15" name="Text 13"/>
            <p:cNvSpPr/>
            <p:nvPr/>
          </p:nvSpPr>
          <p:spPr>
            <a:xfrm>
              <a:off x="7122339" y="2879144"/>
              <a:ext cx="2283380" cy="444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Experience</a:t>
              </a:r>
              <a:endParaRPr lang="en-US" sz="2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122339" y="3428633"/>
              <a:ext cx="3744000" cy="444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B4B4C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Features that keep students planning, focused, and connected.</a:t>
              </a:r>
              <a:endParaRPr lang="en-US" sz="160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C6B8BF2-B21B-4F53-351A-AF3541A6DD4C}"/>
                </a:ext>
              </a:extLst>
            </p:cNvPr>
            <p:cNvGrpSpPr/>
            <p:nvPr/>
          </p:nvGrpSpPr>
          <p:grpSpPr>
            <a:xfrm>
              <a:off x="6262547" y="4733453"/>
              <a:ext cx="713232" cy="693840"/>
              <a:chOff x="8948500" y="4888709"/>
              <a:chExt cx="713232" cy="713232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8948500" y="4888709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FFD93D"/>
                </a:solidFill>
                <a:prstDash val="solid"/>
              </a:ln>
            </p:spPr>
          </p:sp>
          <p:sp>
            <p:nvSpPr>
              <p:cNvPr id="18" name="Text 16"/>
              <p:cNvSpPr/>
              <p:nvPr/>
            </p:nvSpPr>
            <p:spPr>
              <a:xfrm>
                <a:off x="8948500" y="4888709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D93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04</a:t>
                </a:r>
                <a:endParaRPr lang="en-US" sz="1800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D37825B-3E0E-E852-F1B6-D38D42A835F5}"/>
                </a:ext>
              </a:extLst>
            </p:cNvPr>
            <p:cNvGrpSpPr/>
            <p:nvPr/>
          </p:nvGrpSpPr>
          <p:grpSpPr>
            <a:xfrm>
              <a:off x="7116600" y="4613196"/>
              <a:ext cx="3744000" cy="979685"/>
              <a:chOff x="7116600" y="4648541"/>
              <a:chExt cx="3744000" cy="979685"/>
            </a:xfrm>
          </p:grpSpPr>
          <p:sp>
            <p:nvSpPr>
              <p:cNvPr id="19" name="Text 17"/>
              <p:cNvSpPr/>
              <p:nvPr/>
            </p:nvSpPr>
            <p:spPr>
              <a:xfrm>
                <a:off x="7116600" y="4648541"/>
                <a:ext cx="2041835" cy="44476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What's Ahead</a:t>
                </a:r>
                <a:endParaRPr lang="en-US" sz="24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7116600" y="5183457"/>
                <a:ext cx="3744000" cy="44476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B4B4C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Smarter evaluation, collaborative studying, and future plans.</a:t>
                </a:r>
                <a:endParaRPr lang="en-US" sz="1600"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2FD5A-DA53-175D-1A13-DF8C7ECF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339CB980-0EA4-4151-3B2E-F225197407B7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2709D4-A906-6CD2-0C08-838FF7AFB98A}"/>
              </a:ext>
            </a:extLst>
          </p:cNvPr>
          <p:cNvGrpSpPr/>
          <p:nvPr/>
        </p:nvGrpSpPr>
        <p:grpSpPr>
          <a:xfrm>
            <a:off x="1317095" y="1258903"/>
            <a:ext cx="9557810" cy="4340194"/>
            <a:chOff x="1308529" y="1258080"/>
            <a:chExt cx="9557810" cy="434019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3701F0F-C2EF-73F2-64F2-D2BC8318A3CC}"/>
                </a:ext>
              </a:extLst>
            </p:cNvPr>
            <p:cNvGrpSpPr/>
            <p:nvPr/>
          </p:nvGrpSpPr>
          <p:grpSpPr>
            <a:xfrm>
              <a:off x="1308529" y="1258080"/>
              <a:ext cx="9180000" cy="1375350"/>
              <a:chOff x="1034560" y="1129047"/>
              <a:chExt cx="9180000" cy="137535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16DBEE1-F448-A639-6238-4002D37ADF70}"/>
                  </a:ext>
                </a:extLst>
              </p:cNvPr>
              <p:cNvGrpSpPr/>
              <p:nvPr/>
            </p:nvGrpSpPr>
            <p:grpSpPr>
              <a:xfrm>
                <a:off x="1034560" y="1129047"/>
                <a:ext cx="1645920" cy="384048"/>
                <a:chOff x="1209428" y="672084"/>
                <a:chExt cx="1645920" cy="384048"/>
              </a:xfrm>
            </p:grpSpPr>
            <p:sp>
              <p:nvSpPr>
                <p:cNvPr id="2" name="Shape 0">
                  <a:extLst>
                    <a:ext uri="{FF2B5EF4-FFF2-40B4-BE49-F238E27FC236}">
                      <a16:creationId xmlns:a16="http://schemas.microsoft.com/office/drawing/2014/main" id="{A6B0947E-E40E-A03F-BFDB-5AC754F1B7AC}"/>
                    </a:ext>
                  </a:extLst>
                </p:cNvPr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A1030">
                    <a:alpha val="75000"/>
                  </a:srgbClr>
                </a:solidFill>
                <a:ln w="15875">
                  <a:solidFill>
                    <a:srgbClr val="4C8DFF"/>
                  </a:solidFill>
                  <a:prstDash val="solid"/>
                </a:ln>
              </p:spPr>
            </p:sp>
            <p:sp>
              <p:nvSpPr>
                <p:cNvPr id="3" name="Text 1">
                  <a:extLst>
                    <a:ext uri="{FF2B5EF4-FFF2-40B4-BE49-F238E27FC236}">
                      <a16:creationId xmlns:a16="http://schemas.microsoft.com/office/drawing/2014/main" id="{E8A6EF35-AA65-17AC-0EBE-EE9946D775BF}"/>
                    </a:ext>
                  </a:extLst>
                </p:cNvPr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50" b="1" kern="0" spc="100" dirty="0">
                      <a:solidFill>
                        <a:srgbClr val="4C8D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PROBLEM</a:t>
                  </a:r>
                  <a:endParaRPr lang="en-US" sz="1250" dirty="0"/>
                </a:p>
              </p:txBody>
            </p:sp>
          </p:grpSp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BA0A2AE2-C5A8-4AA5-D1D2-9814EBE84144}"/>
                  </a:ext>
                </a:extLst>
              </p:cNvPr>
              <p:cNvSpPr/>
              <p:nvPr/>
            </p:nvSpPr>
            <p:spPr>
              <a:xfrm>
                <a:off x="1034560" y="1589997"/>
                <a:ext cx="91800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6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The Challenges of </a:t>
                </a:r>
                <a:r>
                  <a:rPr lang="en-US" sz="3600" b="1" dirty="0">
                    <a:solidFill>
                      <a:srgbClr val="9B5CF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Modern Learning</a:t>
                </a:r>
                <a:endParaRPr lang="en-US" sz="360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04AFACA-AB1C-23F8-2415-C5E0840FC488}"/>
                </a:ext>
              </a:extLst>
            </p:cNvPr>
            <p:cNvGrpSpPr/>
            <p:nvPr/>
          </p:nvGrpSpPr>
          <p:grpSpPr>
            <a:xfrm>
              <a:off x="1308529" y="2878320"/>
              <a:ext cx="9557810" cy="2719954"/>
              <a:chOff x="1139306" y="2844199"/>
              <a:chExt cx="9557810" cy="271995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B4FE8E6-C6A9-DDFF-0CA3-20DF6916C2F7}"/>
                  </a:ext>
                </a:extLst>
              </p:cNvPr>
              <p:cNvGrpSpPr/>
              <p:nvPr/>
            </p:nvGrpSpPr>
            <p:grpSpPr>
              <a:xfrm>
                <a:off x="1139306" y="2844200"/>
                <a:ext cx="4387792" cy="2719953"/>
                <a:chOff x="1139306" y="2844200"/>
                <a:chExt cx="4387792" cy="2719953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0ACB4EC7-0660-F328-4F3D-AD382E416329}"/>
                    </a:ext>
                  </a:extLst>
                </p:cNvPr>
                <p:cNvGrpSpPr/>
                <p:nvPr/>
              </p:nvGrpSpPr>
              <p:grpSpPr>
                <a:xfrm>
                  <a:off x="1139306" y="2844200"/>
                  <a:ext cx="4387584" cy="992475"/>
                  <a:chOff x="1314174" y="2598516"/>
                  <a:chExt cx="4387584" cy="992475"/>
                </a:xfrm>
              </p:grpSpPr>
              <p:sp>
                <p:nvSpPr>
                  <p:cNvPr id="5" name="Shape 3">
                    <a:extLst>
                      <a:ext uri="{FF2B5EF4-FFF2-40B4-BE49-F238E27FC236}">
                        <a16:creationId xmlns:a16="http://schemas.microsoft.com/office/drawing/2014/main" id="{D358A5F0-02C9-4036-A706-C405DCB3A7B6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EC4899"/>
                    </a:solidFill>
                    <a:prstDash val="solid"/>
                  </a:ln>
                </p:spPr>
              </p:sp>
              <p:sp>
                <p:nvSpPr>
                  <p:cNvPr id="6" name="Text 4">
                    <a:extLst>
                      <a:ext uri="{FF2B5EF4-FFF2-40B4-BE49-F238E27FC236}">
                        <a16:creationId xmlns:a16="http://schemas.microsoft.com/office/drawing/2014/main" id="{AA750172-70A8-4E30-139C-B59DE499A5FD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EC48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01</a:t>
                    </a:r>
                    <a:endParaRPr lang="en-US" sz="1800" dirty="0"/>
                  </a:p>
                </p:txBody>
              </p: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6B78BF89-E63A-57D1-5312-F254D7B0CA7A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5" y="2598516"/>
                    <a:ext cx="3527793" cy="992475"/>
                    <a:chOff x="9379627" y="5340509"/>
                    <a:chExt cx="3527793" cy="992475"/>
                  </a:xfrm>
                </p:grpSpPr>
                <p:sp>
                  <p:nvSpPr>
                    <p:cNvPr id="7" name="Text 5">
                      <a:extLst>
                        <a:ext uri="{FF2B5EF4-FFF2-40B4-BE49-F238E27FC236}">
                          <a16:creationId xmlns:a16="http://schemas.microsoft.com/office/drawing/2014/main" id="{4D66B563-A127-E815-4641-B03196CCCE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7" y="5340509"/>
                      <a:ext cx="216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Tools</a:t>
                      </a:r>
                    </a:p>
                  </p:txBody>
                </p:sp>
                <p:sp>
                  <p:nvSpPr>
                    <p:cNvPr id="8" name="Text 6">
                      <a:extLst>
                        <a:ext uri="{FF2B5EF4-FFF2-40B4-BE49-F238E27FC236}">
                          <a16:creationId xmlns:a16="http://schemas.microsoft.com/office/drawing/2014/main" id="{BAA0369E-22FA-9750-3B64-FE41261107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8" y="5875784"/>
                      <a:ext cx="3527792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Handwritten notes, disconnected apps, and separate planners.</a:t>
                      </a:r>
                    </a:p>
                  </p:txBody>
                </p:sp>
              </p:grp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0FC0B58D-9791-BC76-7484-B056705585A4}"/>
                    </a:ext>
                  </a:extLst>
                </p:cNvPr>
                <p:cNvGrpSpPr/>
                <p:nvPr/>
              </p:nvGrpSpPr>
              <p:grpSpPr>
                <a:xfrm>
                  <a:off x="1139306" y="4572037"/>
                  <a:ext cx="4387792" cy="992116"/>
                  <a:chOff x="1314174" y="4326353"/>
                  <a:chExt cx="4387792" cy="992116"/>
                </a:xfrm>
              </p:grpSpPr>
              <p:sp>
                <p:nvSpPr>
                  <p:cNvPr id="9" name="Shape 7">
                    <a:extLst>
                      <a:ext uri="{FF2B5EF4-FFF2-40B4-BE49-F238E27FC236}">
                        <a16:creationId xmlns:a16="http://schemas.microsoft.com/office/drawing/2014/main" id="{B394D7E0-9C23-ECF6-9B98-9F2FC0E18893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9B5CF6"/>
                    </a:solidFill>
                    <a:prstDash val="solid"/>
                  </a:ln>
                </p:spPr>
              </p:sp>
              <p:sp>
                <p:nvSpPr>
                  <p:cNvPr id="10" name="Text 8">
                    <a:extLst>
                      <a:ext uri="{FF2B5EF4-FFF2-40B4-BE49-F238E27FC236}">
                        <a16:creationId xmlns:a16="http://schemas.microsoft.com/office/drawing/2014/main" id="{0EFF5AB1-15ED-49BE-55BA-01B478164782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9B5CF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02</a:t>
                    </a:r>
                    <a:endParaRPr lang="en-US" sz="1800" dirty="0"/>
                  </a:p>
                </p:txBody>
              </p: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4EB26B32-8F98-9BAD-D6F3-F8A28C4C4FCA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6" y="4326353"/>
                    <a:ext cx="3528000" cy="992116"/>
                    <a:chOff x="5885994" y="5291629"/>
                    <a:chExt cx="3528000" cy="992116"/>
                  </a:xfrm>
                </p:grpSpPr>
                <p:sp>
                  <p:nvSpPr>
                    <p:cNvPr id="11" name="Text 9">
                      <a:extLst>
                        <a:ext uri="{FF2B5EF4-FFF2-40B4-BE49-F238E27FC236}">
                          <a16:creationId xmlns:a16="http://schemas.microsoft.com/office/drawing/2014/main" id="{BC530EF4-5F4D-8C77-22E8-E8B344384C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291629"/>
                      <a:ext cx="216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Effort</a:t>
                      </a:r>
                    </a:p>
                  </p:txBody>
                </p:sp>
                <p:sp>
                  <p:nvSpPr>
                    <p:cNvPr id="12" name="Text 10">
                      <a:extLst>
                        <a:ext uri="{FF2B5EF4-FFF2-40B4-BE49-F238E27FC236}">
                          <a16:creationId xmlns:a16="http://schemas.microsoft.com/office/drawing/2014/main" id="{644F70C3-3A2D-085C-D831-E12A64358A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826545"/>
                      <a:ext cx="352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and maintaining a schedule takes constant energy.</a:t>
                      </a:r>
                    </a:p>
                  </p:txBody>
                </p:sp>
              </p:grpSp>
            </p:grp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6695E981-7F69-DDBE-552E-4CDC4883DCF5}"/>
                  </a:ext>
                </a:extLst>
              </p:cNvPr>
              <p:cNvGrpSpPr/>
              <p:nvPr/>
            </p:nvGrpSpPr>
            <p:grpSpPr>
              <a:xfrm>
                <a:off x="6093324" y="2844199"/>
                <a:ext cx="4603792" cy="2707521"/>
                <a:chOff x="6536516" y="2844200"/>
                <a:chExt cx="4603792" cy="2783196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7927096F-929D-B65F-47C0-37C479D84BF1}"/>
                    </a:ext>
                  </a:extLst>
                </p:cNvPr>
                <p:cNvGrpSpPr/>
                <p:nvPr/>
              </p:nvGrpSpPr>
              <p:grpSpPr>
                <a:xfrm>
                  <a:off x="6536516" y="2998608"/>
                  <a:ext cx="713232" cy="713232"/>
                  <a:chOff x="8948500" y="3864581"/>
                  <a:chExt cx="713232" cy="713232"/>
                </a:xfrm>
              </p:grpSpPr>
              <p:sp>
                <p:nvSpPr>
                  <p:cNvPr id="13" name="Shape 11">
                    <a:extLst>
                      <a:ext uri="{FF2B5EF4-FFF2-40B4-BE49-F238E27FC236}">
                        <a16:creationId xmlns:a16="http://schemas.microsoft.com/office/drawing/2014/main" id="{5832AFCA-729E-AE63-F61B-D170724E7134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4C8DFF"/>
                    </a:solidFill>
                    <a:prstDash val="solid"/>
                  </a:ln>
                </p:spPr>
              </p:sp>
              <p:sp>
                <p:nvSpPr>
                  <p:cNvPr id="14" name="Text 12">
                    <a:extLst>
                      <a:ext uri="{FF2B5EF4-FFF2-40B4-BE49-F238E27FC236}">
                        <a16:creationId xmlns:a16="http://schemas.microsoft.com/office/drawing/2014/main" id="{E5DC5650-B8EA-CCCD-A324-D6CCAAD62192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4C8D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03</a:t>
                    </a:r>
                    <a:endParaRPr lang="en-US" sz="1800" dirty="0"/>
                  </a:p>
                </p:txBody>
              </p:sp>
            </p:grp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C1FCF671-11B6-0930-AA89-AC4953B7B9A3}"/>
                    </a:ext>
                  </a:extLst>
                </p:cNvPr>
                <p:cNvSpPr/>
                <p:nvPr/>
              </p:nvSpPr>
              <p:spPr>
                <a:xfrm>
                  <a:off x="7396308" y="2844200"/>
                  <a:ext cx="2520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No Real Feedback</a:t>
                  </a:r>
                </a:p>
              </p:txBody>
            </p:sp>
            <p:sp>
              <p:nvSpPr>
                <p:cNvPr id="16" name="Text 14">
                  <a:extLst>
                    <a:ext uri="{FF2B5EF4-FFF2-40B4-BE49-F238E27FC236}">
                      <a16:creationId xmlns:a16="http://schemas.microsoft.com/office/drawing/2014/main" id="{E317FC99-0DE9-CF8C-A07F-0580736F0E97}"/>
                    </a:ext>
                  </a:extLst>
                </p:cNvPr>
                <p:cNvSpPr/>
                <p:nvPr/>
              </p:nvSpPr>
              <p:spPr>
                <a:xfrm>
                  <a:off x="7396308" y="3368326"/>
                  <a:ext cx="3744000" cy="7132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Existing tools track completion, but provide little insight into learning effectiveness.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F34361C3-39E0-F660-DC43-BB983CB03D55}"/>
                    </a:ext>
                  </a:extLst>
                </p:cNvPr>
                <p:cNvGrpSpPr/>
                <p:nvPr/>
              </p:nvGrpSpPr>
              <p:grpSpPr>
                <a:xfrm>
                  <a:off x="6536516" y="4633108"/>
                  <a:ext cx="4603792" cy="994288"/>
                  <a:chOff x="6711384" y="4387424"/>
                  <a:chExt cx="4603792" cy="994288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F127526B-CF0E-8C32-BCA4-3ADC84B8E97D}"/>
                      </a:ext>
                    </a:extLst>
                  </p:cNvPr>
                  <p:cNvGrpSpPr/>
                  <p:nvPr/>
                </p:nvGrpSpPr>
                <p:grpSpPr>
                  <a:xfrm>
                    <a:off x="6711384" y="4504653"/>
                    <a:ext cx="713232" cy="713232"/>
                    <a:chOff x="8948500" y="4888709"/>
                    <a:chExt cx="713232" cy="713232"/>
                  </a:xfrm>
                </p:grpSpPr>
                <p:sp>
                  <p:nvSpPr>
                    <p:cNvPr id="17" name="Shape 15">
                      <a:extLst>
                        <a:ext uri="{FF2B5EF4-FFF2-40B4-BE49-F238E27FC236}">
                          <a16:creationId xmlns:a16="http://schemas.microsoft.com/office/drawing/2014/main" id="{BB80BD68-525E-1FB7-6C3C-581E44781E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ellipse">
                      <a:avLst/>
                    </a:prstGeom>
                    <a:solidFill>
                      <a:srgbClr val="1A1030">
                        <a:alpha val="85000"/>
                      </a:srgbClr>
                    </a:solidFill>
                    <a:ln w="19050">
                      <a:solidFill>
                        <a:srgbClr val="FFD93D"/>
                      </a:solidFill>
                      <a:prstDash val="solid"/>
                    </a:ln>
                  </p:spPr>
                </p:sp>
                <p:sp>
                  <p:nvSpPr>
                    <p:cNvPr id="18" name="Text 16">
                      <a:extLst>
                        <a:ext uri="{FF2B5EF4-FFF2-40B4-BE49-F238E27FC236}">
                          <a16:creationId xmlns:a16="http://schemas.microsoft.com/office/drawing/2014/main" id="{57D385F8-3D34-82E6-A981-FBC928FE63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800" dirty="0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32013E48-5D32-10C6-DA7B-0C0EBD4B7A9F}"/>
                      </a:ext>
                    </a:extLst>
                  </p:cNvPr>
                  <p:cNvGrpSpPr/>
                  <p:nvPr/>
                </p:nvGrpSpPr>
                <p:grpSpPr>
                  <a:xfrm>
                    <a:off x="7571176" y="4387424"/>
                    <a:ext cx="3744000" cy="994288"/>
                    <a:chOff x="9908620" y="4922274"/>
                    <a:chExt cx="3744000" cy="994288"/>
                  </a:xfrm>
                </p:grpSpPr>
                <p:sp>
                  <p:nvSpPr>
                    <p:cNvPr id="19" name="Text 17">
                      <a:extLst>
                        <a:ext uri="{FF2B5EF4-FFF2-40B4-BE49-F238E27FC236}">
                          <a16:creationId xmlns:a16="http://schemas.microsoft.com/office/drawing/2014/main" id="{69F5EFEF-E7ED-C3F4-DB6A-ACDFA1A01D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4922274"/>
                      <a:ext cx="252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Need</a:t>
                      </a:r>
                    </a:p>
                  </p:txBody>
                </p:sp>
                <p:sp>
                  <p:nvSpPr>
                    <p:cNvPr id="20" name="Text 18">
                      <a:extLst>
                        <a:ext uri="{FF2B5EF4-FFF2-40B4-BE49-F238E27FC236}">
                          <a16:creationId xmlns:a16="http://schemas.microsoft.com/office/drawing/2014/main" id="{37DA24B4-C53B-B449-F8B1-98246A046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5459362"/>
                      <a:ext cx="3744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centralized, intelligent platform that adapts to the student.</a:t>
                      </a: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405383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ADA957C-265A-4A88-A62E-9CDCE5D19B94}"/>
              </a:ext>
            </a:extLst>
          </p:cNvPr>
          <p:cNvGrpSpPr/>
          <p:nvPr/>
        </p:nvGrpSpPr>
        <p:grpSpPr>
          <a:xfrm>
            <a:off x="792480" y="663187"/>
            <a:ext cx="10607040" cy="5531627"/>
            <a:chOff x="792480" y="663187"/>
            <a:chExt cx="10607040" cy="553162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C8829AF-4751-46FC-B084-E1E986711949}"/>
                </a:ext>
              </a:extLst>
            </p:cNvPr>
            <p:cNvGrpSpPr/>
            <p:nvPr/>
          </p:nvGrpSpPr>
          <p:grpSpPr>
            <a:xfrm>
              <a:off x="792480" y="663187"/>
              <a:ext cx="8229600" cy="1444752"/>
              <a:chOff x="731520" y="548640"/>
              <a:chExt cx="8229600" cy="1444752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731520" y="548640"/>
                <a:ext cx="192024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EC4899"/>
                </a:solidFill>
                <a:prstDash val="solid"/>
              </a:ln>
            </p:spPr>
          </p:sp>
          <p:sp>
            <p:nvSpPr>
              <p:cNvPr id="3" name="Text 1"/>
              <p:cNvSpPr/>
              <p:nvPr/>
            </p:nvSpPr>
            <p:spPr>
              <a:xfrm>
                <a:off x="731520" y="548640"/>
                <a:ext cx="192024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EC48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SOLUTION</a:t>
                </a:r>
                <a:endParaRPr lang="en-US" sz="1250" dirty="0"/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731520" y="1078992"/>
                <a:ext cx="82296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4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Introducing </a:t>
                </a:r>
                <a:r>
                  <a:rPr lang="en-US" sz="4000" b="1" dirty="0">
                    <a:solidFill>
                      <a:srgbClr val="4C8D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StudyNexus</a:t>
                </a:r>
                <a:endParaRPr lang="en-US" sz="4000" dirty="0"/>
              </a:p>
            </p:txBody>
          </p:sp>
        </p:grpSp>
        <p:sp>
          <p:nvSpPr>
            <p:cNvPr id="5" name="Shape 3"/>
            <p:cNvSpPr/>
            <p:nvPr/>
          </p:nvSpPr>
          <p:spPr>
            <a:xfrm>
              <a:off x="792480" y="226289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E9CE505-2534-EA38-9DC1-A3D70D3AF822}"/>
                </a:ext>
              </a:extLst>
            </p:cNvPr>
            <p:cNvGrpSpPr/>
            <p:nvPr/>
          </p:nvGrpSpPr>
          <p:grpSpPr>
            <a:xfrm>
              <a:off x="1133092" y="2663596"/>
              <a:ext cx="4393696" cy="981676"/>
              <a:chOff x="1124712" y="2549542"/>
              <a:chExt cx="4393696" cy="981676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1D61CBC7-4E0E-A621-BF65-BE87BAE5C5FA}"/>
                  </a:ext>
                </a:extLst>
              </p:cNvPr>
              <p:cNvGrpSpPr/>
              <p:nvPr/>
            </p:nvGrpSpPr>
            <p:grpSpPr>
              <a:xfrm>
                <a:off x="1124712" y="2766592"/>
                <a:ext cx="566928" cy="566928"/>
                <a:chOff x="1048360" y="2404872"/>
                <a:chExt cx="566928" cy="566928"/>
              </a:xfrm>
            </p:grpSpPr>
            <p:sp>
              <p:nvSpPr>
                <p:cNvPr id="6" name="Shape 4"/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ellipse">
                  <a:avLst/>
                </a:prstGeom>
                <a:solidFill>
                  <a:srgbClr val="9B5CF6">
                    <a:alpha val="85000"/>
                  </a:srgbClr>
                </a:solidFill>
                <a:ln/>
              </p:spPr>
            </p:sp>
            <p:sp>
              <p:nvSpPr>
                <p:cNvPr id="7" name="Text 5"/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📱</a:t>
                  </a:r>
                  <a:endParaRPr lang="en-US" sz="2200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ED876E92-E1B9-9D06-53A5-309DD55B2974}"/>
                  </a:ext>
                </a:extLst>
              </p:cNvPr>
              <p:cNvGrpSpPr/>
              <p:nvPr/>
            </p:nvGrpSpPr>
            <p:grpSpPr>
              <a:xfrm>
                <a:off x="1918408" y="2549542"/>
                <a:ext cx="3600000" cy="981676"/>
                <a:chOff x="2024024" y="2559218"/>
                <a:chExt cx="3600000" cy="981676"/>
              </a:xfrm>
            </p:grpSpPr>
            <p:sp>
              <p:nvSpPr>
                <p:cNvPr id="8" name="Text 6"/>
                <p:cNvSpPr/>
                <p:nvPr/>
              </p:nvSpPr>
              <p:spPr>
                <a:xfrm>
                  <a:off x="2024024" y="2559218"/>
                  <a:ext cx="360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Flutter Mobile App</a:t>
                  </a:r>
                  <a:endParaRPr lang="en-US" sz="2400" dirty="0"/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2024024" y="3000894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Students plan, track, and connect — day, week, and month.</a:t>
                  </a:r>
                  <a:endParaRPr lang="en-US" sz="1600" dirty="0"/>
                </a:p>
              </p:txBody>
            </p:sp>
          </p:grpSp>
        </p:grpSp>
        <p:sp>
          <p:nvSpPr>
            <p:cNvPr id="10" name="Shape 8"/>
            <p:cNvSpPr/>
            <p:nvPr/>
          </p:nvSpPr>
          <p:spPr>
            <a:xfrm>
              <a:off x="6324600" y="226289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0FE8AFE-1B7B-00C0-624E-93F108744834}"/>
                </a:ext>
              </a:extLst>
            </p:cNvPr>
            <p:cNvGrpSpPr/>
            <p:nvPr/>
          </p:nvGrpSpPr>
          <p:grpSpPr>
            <a:xfrm>
              <a:off x="6746858" y="2571909"/>
              <a:ext cx="3761795" cy="1165049"/>
              <a:chOff x="6573441" y="2549542"/>
              <a:chExt cx="3761795" cy="1165049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D4EED8A-5713-0D26-27F0-F07F7E98B31B}"/>
                  </a:ext>
                </a:extLst>
              </p:cNvPr>
              <p:cNvGrpSpPr/>
              <p:nvPr/>
            </p:nvGrpSpPr>
            <p:grpSpPr>
              <a:xfrm>
                <a:off x="6573441" y="2766592"/>
                <a:ext cx="566928" cy="566928"/>
                <a:chOff x="6580480" y="2404872"/>
                <a:chExt cx="566928" cy="566928"/>
              </a:xfrm>
            </p:grpSpPr>
            <p:sp>
              <p:nvSpPr>
                <p:cNvPr id="11" name="Shape 9"/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ellipse">
                  <a:avLst/>
                </a:prstGeom>
                <a:solidFill>
                  <a:srgbClr val="4C8DFF">
                    <a:alpha val="85000"/>
                  </a:srgbClr>
                </a:solidFill>
                <a:ln/>
              </p:spPr>
            </p:sp>
            <p:sp>
              <p:nvSpPr>
                <p:cNvPr id="12" name="Text 10"/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🖥️</a:t>
                  </a:r>
                  <a:endParaRPr lang="en-US" sz="2200" dirty="0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1DBE937-2D87-10B4-5E2E-F64CFFA6638E}"/>
                  </a:ext>
                </a:extLst>
              </p:cNvPr>
              <p:cNvGrpSpPr/>
              <p:nvPr/>
            </p:nvGrpSpPr>
            <p:grpSpPr>
              <a:xfrm>
                <a:off x="7370375" y="2549542"/>
                <a:ext cx="2964861" cy="1165049"/>
                <a:chOff x="7457878" y="2549542"/>
                <a:chExt cx="2964861" cy="1165049"/>
              </a:xfrm>
            </p:grpSpPr>
            <p:sp>
              <p:nvSpPr>
                <p:cNvPr id="13" name="Text 11"/>
                <p:cNvSpPr/>
                <p:nvPr/>
              </p:nvSpPr>
              <p:spPr>
                <a:xfrm>
                  <a:off x="7457878" y="2549542"/>
                  <a:ext cx="252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PHP Admin Portal</a:t>
                  </a:r>
                  <a:endParaRPr lang="en-US" sz="2400" dirty="0"/>
                </a:p>
              </p:txBody>
            </p:sp>
            <p:sp>
              <p:nvSpPr>
                <p:cNvPr id="14" name="Text 12"/>
                <p:cNvSpPr/>
                <p:nvPr/>
              </p:nvSpPr>
              <p:spPr>
                <a:xfrm>
                  <a:off x="7470739" y="2994591"/>
                  <a:ext cx="2952000" cy="72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Monitors AI-generated schedules and insights through an administrative dashboard.</a:t>
                  </a:r>
                  <a:endParaRPr lang="en-US" sz="1600" dirty="0"/>
                </a:p>
              </p:txBody>
            </p:sp>
          </p:grpSp>
        </p:grpSp>
        <p:sp>
          <p:nvSpPr>
            <p:cNvPr id="15" name="Shape 13"/>
            <p:cNvSpPr/>
            <p:nvPr/>
          </p:nvSpPr>
          <p:spPr>
            <a:xfrm>
              <a:off x="792480" y="441173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12502C6-480E-D8CB-A365-370221DBFAFD}"/>
                </a:ext>
              </a:extLst>
            </p:cNvPr>
            <p:cNvGrpSpPr/>
            <p:nvPr/>
          </p:nvGrpSpPr>
          <p:grpSpPr>
            <a:xfrm>
              <a:off x="1133092" y="4812436"/>
              <a:ext cx="4393696" cy="981676"/>
              <a:chOff x="1132940" y="4698382"/>
              <a:chExt cx="4393696" cy="98167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FFD19A5-8785-022B-6DB1-BB9947779BAC}"/>
                  </a:ext>
                </a:extLst>
              </p:cNvPr>
              <p:cNvGrpSpPr/>
              <p:nvPr/>
            </p:nvGrpSpPr>
            <p:grpSpPr>
              <a:xfrm>
                <a:off x="1132940" y="4905756"/>
                <a:ext cx="566928" cy="566928"/>
                <a:chOff x="1048360" y="4553712"/>
                <a:chExt cx="566928" cy="566928"/>
              </a:xfrm>
            </p:grpSpPr>
            <p:sp>
              <p:nvSpPr>
                <p:cNvPr id="16" name="Shape 14"/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ellipse">
                  <a:avLst/>
                </a:prstGeom>
                <a:solidFill>
                  <a:srgbClr val="EC4899">
                    <a:alpha val="85000"/>
                  </a:srgbClr>
                </a:solidFill>
                <a:ln/>
              </p:spPr>
            </p:sp>
            <p:sp>
              <p:nvSpPr>
                <p:cNvPr id="17" name="Text 15"/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🔥</a:t>
                  </a:r>
                  <a:endParaRPr lang="en-US" sz="2200" dirty="0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F5FAB8D-94B4-D3C8-922D-B7818F113AAE}"/>
                  </a:ext>
                </a:extLst>
              </p:cNvPr>
              <p:cNvGrpSpPr/>
              <p:nvPr/>
            </p:nvGrpSpPr>
            <p:grpSpPr>
              <a:xfrm>
                <a:off x="1926636" y="4698382"/>
                <a:ext cx="3600000" cy="981676"/>
                <a:chOff x="1926636" y="4698382"/>
                <a:chExt cx="3600000" cy="981676"/>
              </a:xfrm>
            </p:grpSpPr>
            <p:sp>
              <p:nvSpPr>
                <p:cNvPr id="18" name="Text 16"/>
                <p:cNvSpPr/>
                <p:nvPr/>
              </p:nvSpPr>
              <p:spPr>
                <a:xfrm>
                  <a:off x="1926636" y="4698382"/>
                  <a:ext cx="288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Firebase Backbone</a:t>
                  </a:r>
                  <a:endParaRPr lang="en-US" sz="2400" dirty="0"/>
                </a:p>
              </p:txBody>
            </p:sp>
            <p:sp>
              <p:nvSpPr>
                <p:cNvPr id="19" name="Text 17"/>
                <p:cNvSpPr/>
                <p:nvPr/>
              </p:nvSpPr>
              <p:spPr>
                <a:xfrm>
                  <a:off x="1926636" y="514005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Firestore, Auth &amp; Realtime DB keep everything in sync.</a:t>
                  </a:r>
                  <a:endParaRPr lang="en-US" sz="1600" dirty="0"/>
                </a:p>
              </p:txBody>
            </p:sp>
          </p:grpSp>
        </p:grpSp>
        <p:sp>
          <p:nvSpPr>
            <p:cNvPr id="20" name="Shape 18"/>
            <p:cNvSpPr/>
            <p:nvPr/>
          </p:nvSpPr>
          <p:spPr>
            <a:xfrm>
              <a:off x="6324600" y="441173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142B722-BFE1-16ED-42AA-9EEE8A3C7725}"/>
                </a:ext>
              </a:extLst>
            </p:cNvPr>
            <p:cNvGrpSpPr/>
            <p:nvPr/>
          </p:nvGrpSpPr>
          <p:grpSpPr>
            <a:xfrm>
              <a:off x="6746858" y="4812436"/>
              <a:ext cx="4396934" cy="981676"/>
              <a:chOff x="6663441" y="4698382"/>
              <a:chExt cx="4396934" cy="98167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F3EA17E4-8292-9CF0-CB4F-AE5D12A95DA6}"/>
                  </a:ext>
                </a:extLst>
              </p:cNvPr>
              <p:cNvGrpSpPr/>
              <p:nvPr/>
            </p:nvGrpSpPr>
            <p:grpSpPr>
              <a:xfrm>
                <a:off x="6663441" y="4905756"/>
                <a:ext cx="566928" cy="566928"/>
                <a:chOff x="6580480" y="4553712"/>
                <a:chExt cx="566928" cy="566928"/>
              </a:xfrm>
            </p:grpSpPr>
            <p:sp>
              <p:nvSpPr>
                <p:cNvPr id="21" name="Shape 19"/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ellipse">
                  <a:avLst/>
                </a:prstGeom>
                <a:solidFill>
                  <a:srgbClr val="FFD93D">
                    <a:alpha val="85000"/>
                  </a:srgbClr>
                </a:solidFill>
                <a:ln/>
              </p:spPr>
            </p:sp>
            <p:sp>
              <p:nvSpPr>
                <p:cNvPr id="22" name="Text 20"/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✨</a:t>
                  </a:r>
                  <a:endParaRPr lang="en-US" sz="2200" dirty="0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B6E71C3-CD96-5D2D-032B-E979936D08F7}"/>
                  </a:ext>
                </a:extLst>
              </p:cNvPr>
              <p:cNvGrpSpPr/>
              <p:nvPr/>
            </p:nvGrpSpPr>
            <p:grpSpPr>
              <a:xfrm>
                <a:off x="7460375" y="4698382"/>
                <a:ext cx="3600000" cy="981676"/>
                <a:chOff x="10848865" y="2549542"/>
                <a:chExt cx="3600000" cy="981676"/>
              </a:xfrm>
            </p:grpSpPr>
            <p:sp>
              <p:nvSpPr>
                <p:cNvPr id="23" name="Text 21"/>
                <p:cNvSpPr/>
                <p:nvPr/>
              </p:nvSpPr>
              <p:spPr>
                <a:xfrm>
                  <a:off x="10848865" y="2549542"/>
                  <a:ext cx="252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Gemini 2.5 Flash</a:t>
                  </a:r>
                  <a:endParaRPr lang="en-US" sz="2400" dirty="0"/>
                </a:p>
              </p:txBody>
            </p:sp>
            <p:sp>
              <p:nvSpPr>
                <p:cNvPr id="24" name="Text 22"/>
                <p:cNvSpPr/>
                <p:nvPr/>
              </p:nvSpPr>
              <p:spPr>
                <a:xfrm>
                  <a:off x="10848865" y="299121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Builds schedules and generates coaching insights from real data.</a:t>
                  </a:r>
                  <a:endParaRPr lang="en-US" sz="1600" dirty="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72C54-D4EB-C308-B077-F352F87A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125DF9A1-D7F8-11D9-E259-1FE6E049D984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5DC9FAD-DC09-DBEC-7967-1AE2C3FA5FCF}"/>
              </a:ext>
            </a:extLst>
          </p:cNvPr>
          <p:cNvGrpSpPr/>
          <p:nvPr/>
        </p:nvGrpSpPr>
        <p:grpSpPr>
          <a:xfrm>
            <a:off x="1317094" y="1258903"/>
            <a:ext cx="9557811" cy="4340194"/>
            <a:chOff x="1308528" y="1258903"/>
            <a:chExt cx="9557811" cy="434019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20D2579-E9AF-4388-3274-02DC96E8346B}"/>
                </a:ext>
              </a:extLst>
            </p:cNvPr>
            <p:cNvGrpSpPr/>
            <p:nvPr/>
          </p:nvGrpSpPr>
          <p:grpSpPr>
            <a:xfrm>
              <a:off x="1308528" y="1258903"/>
              <a:ext cx="9557811" cy="1375350"/>
              <a:chOff x="1034559" y="1129047"/>
              <a:chExt cx="9557811" cy="137535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327F2506-3C11-9181-5007-E47D708FF035}"/>
                  </a:ext>
                </a:extLst>
              </p:cNvPr>
              <p:cNvGrpSpPr/>
              <p:nvPr/>
            </p:nvGrpSpPr>
            <p:grpSpPr>
              <a:xfrm>
                <a:off x="1034560" y="1129047"/>
                <a:ext cx="1645920" cy="384048"/>
                <a:chOff x="1209428" y="672084"/>
                <a:chExt cx="1645920" cy="384048"/>
              </a:xfrm>
            </p:grpSpPr>
            <p:sp>
              <p:nvSpPr>
                <p:cNvPr id="2" name="Shape 0">
                  <a:extLst>
                    <a:ext uri="{FF2B5EF4-FFF2-40B4-BE49-F238E27FC236}">
                      <a16:creationId xmlns:a16="http://schemas.microsoft.com/office/drawing/2014/main" id="{031D5B76-70F4-D18C-5A57-4280C6859F01}"/>
                    </a:ext>
                  </a:extLst>
                </p:cNvPr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A1030">
                    <a:alpha val="75000"/>
                  </a:srgbClr>
                </a:solidFill>
                <a:ln w="15875">
                  <a:solidFill>
                    <a:srgbClr val="4C8DFF"/>
                  </a:solidFill>
                  <a:prstDash val="solid"/>
                </a:ln>
              </p:spPr>
            </p:sp>
            <p:sp>
              <p:nvSpPr>
                <p:cNvPr id="3" name="Text 1">
                  <a:extLst>
                    <a:ext uri="{FF2B5EF4-FFF2-40B4-BE49-F238E27FC236}">
                      <a16:creationId xmlns:a16="http://schemas.microsoft.com/office/drawing/2014/main" id="{EC8FD5BC-D5A9-6E74-8B40-53340B2AB6C8}"/>
                    </a:ext>
                  </a:extLst>
                </p:cNvPr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50" b="1" kern="0" spc="100" dirty="0">
                      <a:solidFill>
                        <a:srgbClr val="4C8D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VISION</a:t>
                  </a:r>
                </a:p>
              </p:txBody>
            </p:sp>
          </p:grpSp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095C7F72-38E9-4138-06F2-132230B67D41}"/>
                  </a:ext>
                </a:extLst>
              </p:cNvPr>
              <p:cNvSpPr/>
              <p:nvPr/>
            </p:nvSpPr>
            <p:spPr>
              <a:xfrm>
                <a:off x="1034559" y="1589997"/>
                <a:ext cx="9557811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Building a Smarter </a:t>
                </a:r>
                <a:r>
                  <a:rPr lang="en-US" sz="3200" b="1" dirty="0">
                    <a:solidFill>
                      <a:srgbClr val="9B5CF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Future for Education</a:t>
                </a:r>
                <a:endParaRPr lang="en-US" sz="3200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3AD37E1-774A-DB63-DFD6-F0F0B40DB3E3}"/>
                </a:ext>
              </a:extLst>
            </p:cNvPr>
            <p:cNvGrpSpPr/>
            <p:nvPr/>
          </p:nvGrpSpPr>
          <p:grpSpPr>
            <a:xfrm>
              <a:off x="1308529" y="2879144"/>
              <a:ext cx="4387584" cy="992475"/>
              <a:chOff x="1314174" y="2598516"/>
              <a:chExt cx="4387584" cy="992475"/>
            </a:xfrm>
          </p:grpSpPr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2CB96AFC-D0F7-1A79-C91B-877BD1D9F3B2}"/>
                  </a:ext>
                </a:extLst>
              </p:cNvPr>
              <p:cNvSpPr/>
              <p:nvPr/>
            </p:nvSpPr>
            <p:spPr>
              <a:xfrm>
                <a:off x="1314174" y="2752924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EC4899"/>
                </a:solidFill>
                <a:prstDash val="solid"/>
              </a:ln>
            </p:spPr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CA4B034E-BB1E-D568-D819-4355AD19C5C0}"/>
                  </a:ext>
                </a:extLst>
              </p:cNvPr>
              <p:cNvSpPr/>
              <p:nvPr/>
            </p:nvSpPr>
            <p:spPr>
              <a:xfrm>
                <a:off x="1314174" y="2752924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EC48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01</a:t>
                </a:r>
                <a:endParaRPr lang="en-US" sz="1800" dirty="0"/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407673B2-A954-AF0A-F058-5C58EC35788C}"/>
                  </a:ext>
                </a:extLst>
              </p:cNvPr>
              <p:cNvGrpSpPr/>
              <p:nvPr/>
            </p:nvGrpSpPr>
            <p:grpSpPr>
              <a:xfrm>
                <a:off x="2173965" y="2598516"/>
                <a:ext cx="3527793" cy="992475"/>
                <a:chOff x="9379627" y="5340509"/>
                <a:chExt cx="3527793" cy="992475"/>
              </a:xfrm>
            </p:grpSpPr>
            <p:sp>
              <p:nvSpPr>
                <p:cNvPr id="7" name="Text 5">
                  <a:extLst>
                    <a:ext uri="{FF2B5EF4-FFF2-40B4-BE49-F238E27FC236}">
                      <a16:creationId xmlns:a16="http://schemas.microsoft.com/office/drawing/2014/main" id="{35BB13A0-8FF5-60FF-341D-AC66FBE08A1C}"/>
                    </a:ext>
                  </a:extLst>
                </p:cNvPr>
                <p:cNvSpPr/>
                <p:nvPr/>
              </p:nvSpPr>
              <p:spPr>
                <a:xfrm>
                  <a:off x="9379627" y="5340509"/>
                  <a:ext cx="3384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Student + AI + Supervisor</a:t>
                  </a:r>
                </a:p>
              </p:txBody>
            </p:sp>
            <p:sp>
              <p:nvSpPr>
                <p:cNvPr id="8" name="Text 6">
                  <a:extLst>
                    <a:ext uri="{FF2B5EF4-FFF2-40B4-BE49-F238E27FC236}">
                      <a16:creationId xmlns:a16="http://schemas.microsoft.com/office/drawing/2014/main" id="{5127BA69-F26D-682B-9BB4-65278BEA6023}"/>
                    </a:ext>
                  </a:extLst>
                </p:cNvPr>
                <p:cNvSpPr/>
                <p:nvPr/>
              </p:nvSpPr>
              <p:spPr>
                <a:xfrm>
                  <a:off x="9379628" y="5875784"/>
                  <a:ext cx="3527792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 three-way relationship, not a black box.</a:t>
                  </a: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3C99BC0-CA55-CF39-DEA7-0FF0974A8D10}"/>
                </a:ext>
              </a:extLst>
            </p:cNvPr>
            <p:cNvGrpSpPr/>
            <p:nvPr/>
          </p:nvGrpSpPr>
          <p:grpSpPr>
            <a:xfrm>
              <a:off x="1308529" y="4606981"/>
              <a:ext cx="4387792" cy="992116"/>
              <a:chOff x="1314174" y="4326353"/>
              <a:chExt cx="4387792" cy="992116"/>
            </a:xfrm>
          </p:grpSpPr>
          <p:sp>
            <p:nvSpPr>
              <p:cNvPr id="9" name="Shape 7">
                <a:extLst>
                  <a:ext uri="{FF2B5EF4-FFF2-40B4-BE49-F238E27FC236}">
                    <a16:creationId xmlns:a16="http://schemas.microsoft.com/office/drawing/2014/main" id="{7D18A90A-A5BF-8978-F596-81705025AE1E}"/>
                  </a:ext>
                </a:extLst>
              </p:cNvPr>
              <p:cNvSpPr/>
              <p:nvPr/>
            </p:nvSpPr>
            <p:spPr>
              <a:xfrm>
                <a:off x="1314174" y="4504653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9B5CF6"/>
                </a:solidFill>
                <a:prstDash val="solid"/>
              </a:ln>
            </p:spPr>
          </p:sp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0A2ED52B-5F16-E187-2CCA-488B41339854}"/>
                  </a:ext>
                </a:extLst>
              </p:cNvPr>
              <p:cNvSpPr/>
              <p:nvPr/>
            </p:nvSpPr>
            <p:spPr>
              <a:xfrm>
                <a:off x="1314174" y="4504653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9B5CF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02</a:t>
                </a:r>
                <a:endParaRPr lang="en-US" sz="1800" dirty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C110133-0ECC-EE98-96CE-6CE89E44EDC9}"/>
                  </a:ext>
                </a:extLst>
              </p:cNvPr>
              <p:cNvGrpSpPr/>
              <p:nvPr/>
            </p:nvGrpSpPr>
            <p:grpSpPr>
              <a:xfrm>
                <a:off x="2173966" y="4326353"/>
                <a:ext cx="3528000" cy="992116"/>
                <a:chOff x="5885994" y="5291629"/>
                <a:chExt cx="3528000" cy="992116"/>
              </a:xfrm>
            </p:grpSpPr>
            <p:sp>
              <p:nvSpPr>
                <p:cNvPr id="11" name="Text 9">
                  <a:extLst>
                    <a:ext uri="{FF2B5EF4-FFF2-40B4-BE49-F238E27FC236}">
                      <a16:creationId xmlns:a16="http://schemas.microsoft.com/office/drawing/2014/main" id="{1686F9B6-9E6B-E246-DD27-E4020DF463C3}"/>
                    </a:ext>
                  </a:extLst>
                </p:cNvPr>
                <p:cNvSpPr/>
                <p:nvPr/>
              </p:nvSpPr>
              <p:spPr>
                <a:xfrm>
                  <a:off x="5885994" y="5291629"/>
                  <a:ext cx="3492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Grounded Personalization</a:t>
                  </a:r>
                </a:p>
              </p:txBody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5C800D45-5679-7E5A-B5D6-AD5828120D3C}"/>
                    </a:ext>
                  </a:extLst>
                </p:cNvPr>
                <p:cNvSpPr/>
                <p:nvPr/>
              </p:nvSpPr>
              <p:spPr>
                <a:xfrm>
                  <a:off x="5885994" y="5826545"/>
                  <a:ext cx="3528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Every recommendation comes from real behavioural data.</a:t>
                  </a:r>
                </a:p>
              </p:txBody>
            </p: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C722BDE-AE6C-63BD-B69C-8A10248271A5}"/>
                </a:ext>
              </a:extLst>
            </p:cNvPr>
            <p:cNvGrpSpPr/>
            <p:nvPr/>
          </p:nvGrpSpPr>
          <p:grpSpPr>
            <a:xfrm>
              <a:off x="6262547" y="3029354"/>
              <a:ext cx="713232" cy="693839"/>
              <a:chOff x="8948500" y="3864581"/>
              <a:chExt cx="713232" cy="713232"/>
            </a:xfrm>
          </p:grpSpPr>
          <p:sp>
            <p:nvSpPr>
              <p:cNvPr id="13" name="Shape 11">
                <a:extLst>
                  <a:ext uri="{FF2B5EF4-FFF2-40B4-BE49-F238E27FC236}">
                    <a16:creationId xmlns:a16="http://schemas.microsoft.com/office/drawing/2014/main" id="{254D744E-471B-E65F-C9EE-1C06E7BCF1F1}"/>
                  </a:ext>
                </a:extLst>
              </p:cNvPr>
              <p:cNvSpPr/>
              <p:nvPr/>
            </p:nvSpPr>
            <p:spPr>
              <a:xfrm>
                <a:off x="8948500" y="3864581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4C8DFF"/>
                </a:solidFill>
                <a:prstDash val="solid"/>
              </a:ln>
            </p:spPr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B42ED2D3-5BC9-B95E-3CF1-9C22EB420362}"/>
                  </a:ext>
                </a:extLst>
              </p:cNvPr>
              <p:cNvSpPr/>
              <p:nvPr/>
            </p:nvSpPr>
            <p:spPr>
              <a:xfrm>
                <a:off x="8948500" y="3864581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03</a:t>
                </a:r>
                <a:endParaRPr lang="en-US" sz="1800" dirty="0"/>
              </a:p>
            </p:txBody>
          </p:sp>
        </p:grp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B9041A0B-DAC1-669D-9A00-9FD86F640CB3}"/>
                </a:ext>
              </a:extLst>
            </p:cNvPr>
            <p:cNvSpPr/>
            <p:nvPr/>
          </p:nvSpPr>
          <p:spPr>
            <a:xfrm>
              <a:off x="7122339" y="2879144"/>
              <a:ext cx="3060000" cy="444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Governance By Design</a:t>
              </a: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0A35C977-B7C5-5E67-0897-1F0D35472D9A}"/>
                </a:ext>
              </a:extLst>
            </p:cNvPr>
            <p:cNvSpPr/>
            <p:nvPr/>
          </p:nvSpPr>
          <p:spPr>
            <a:xfrm>
              <a:off x="7122339" y="3428633"/>
              <a:ext cx="3744000" cy="444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GB" sz="1600" dirty="0">
                  <a:solidFill>
                    <a:srgbClr val="B4B4C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 AI-supervision dashboards with permanent audit logs.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FDDF07F-5653-E20D-5982-F4DA53E07103}"/>
                </a:ext>
              </a:extLst>
            </p:cNvPr>
            <p:cNvGrpSpPr/>
            <p:nvPr/>
          </p:nvGrpSpPr>
          <p:grpSpPr>
            <a:xfrm>
              <a:off x="6262547" y="4733453"/>
              <a:ext cx="713232" cy="693840"/>
              <a:chOff x="8948500" y="4888709"/>
              <a:chExt cx="713232" cy="713232"/>
            </a:xfrm>
          </p:grpSpPr>
          <p:sp>
            <p:nvSpPr>
              <p:cNvPr id="17" name="Shape 15">
                <a:extLst>
                  <a:ext uri="{FF2B5EF4-FFF2-40B4-BE49-F238E27FC236}">
                    <a16:creationId xmlns:a16="http://schemas.microsoft.com/office/drawing/2014/main" id="{C6B2FAEE-9DE2-72D0-BF73-CD51E5C40819}"/>
                  </a:ext>
                </a:extLst>
              </p:cNvPr>
              <p:cNvSpPr/>
              <p:nvPr/>
            </p:nvSpPr>
            <p:spPr>
              <a:xfrm>
                <a:off x="8948500" y="4888709"/>
                <a:ext cx="713232" cy="713232"/>
              </a:xfrm>
              <a:prstGeom prst="ellipse">
                <a:avLst/>
              </a:prstGeom>
              <a:solidFill>
                <a:srgbClr val="1A1030">
                  <a:alpha val="85000"/>
                </a:srgbClr>
              </a:solidFill>
              <a:ln w="19050">
                <a:solidFill>
                  <a:srgbClr val="FFD93D"/>
                </a:solidFill>
                <a:prstDash val="solid"/>
              </a:ln>
            </p:spPr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51EE6D2A-4679-A8EF-6B4F-36A0616685FC}"/>
                  </a:ext>
                </a:extLst>
              </p:cNvPr>
              <p:cNvSpPr/>
              <p:nvPr/>
            </p:nvSpPr>
            <p:spPr>
              <a:xfrm>
                <a:off x="8948500" y="4888709"/>
                <a:ext cx="713232" cy="7132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D93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04</a:t>
                </a:r>
                <a:endParaRPr lang="en-US" sz="1800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D790A78-B776-39E7-699C-DDA95FE1A46D}"/>
                </a:ext>
              </a:extLst>
            </p:cNvPr>
            <p:cNvGrpSpPr/>
            <p:nvPr/>
          </p:nvGrpSpPr>
          <p:grpSpPr>
            <a:xfrm>
              <a:off x="7116599" y="4613196"/>
              <a:ext cx="3744001" cy="979685"/>
              <a:chOff x="7116599" y="4648541"/>
              <a:chExt cx="3744001" cy="979685"/>
            </a:xfrm>
          </p:grpSpPr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19E139EB-7EF2-1FAB-CC8C-C4A3A0DB0C0F}"/>
                  </a:ext>
                </a:extLst>
              </p:cNvPr>
              <p:cNvSpPr/>
              <p:nvPr/>
            </p:nvSpPr>
            <p:spPr>
              <a:xfrm>
                <a:off x="7116599" y="4648541"/>
                <a:ext cx="3384000" cy="44476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Cost-Aware Performance</a:t>
                </a:r>
              </a:p>
            </p:txBody>
          </p:sp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CF67DC9A-129B-DE46-B9C5-48D33CA85E1B}"/>
                  </a:ext>
                </a:extLst>
              </p:cNvPr>
              <p:cNvSpPr/>
              <p:nvPr/>
            </p:nvSpPr>
            <p:spPr>
              <a:xfrm>
                <a:off x="7116600" y="5183457"/>
                <a:ext cx="3744000" cy="44476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GB" sz="1600" dirty="0">
                    <a:solidFill>
                      <a:srgbClr val="B4B4C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Real-time sync that feels instant without driving up costs.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800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843F8-8F6A-D58D-44CD-F38256DB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5918AAE9-2DA6-1343-090B-FC0798799194}"/>
              </a:ext>
            </a:extLst>
          </p:cNvPr>
          <p:cNvGrpSpPr/>
          <p:nvPr/>
        </p:nvGrpSpPr>
        <p:grpSpPr>
          <a:xfrm>
            <a:off x="792480" y="663187"/>
            <a:ext cx="10607040" cy="5531627"/>
            <a:chOff x="792328" y="549133"/>
            <a:chExt cx="10607040" cy="553162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FA3ABF9-4943-BA58-ED48-A25F3506C8FE}"/>
                </a:ext>
              </a:extLst>
            </p:cNvPr>
            <p:cNvGrpSpPr/>
            <p:nvPr/>
          </p:nvGrpSpPr>
          <p:grpSpPr>
            <a:xfrm>
              <a:off x="792328" y="549133"/>
              <a:ext cx="8229600" cy="1444752"/>
              <a:chOff x="731520" y="548640"/>
              <a:chExt cx="8229600" cy="1444752"/>
            </a:xfrm>
          </p:grpSpPr>
          <p:sp>
            <p:nvSpPr>
              <p:cNvPr id="2" name="Shape 0">
                <a:extLst>
                  <a:ext uri="{FF2B5EF4-FFF2-40B4-BE49-F238E27FC236}">
                    <a16:creationId xmlns:a16="http://schemas.microsoft.com/office/drawing/2014/main" id="{8EF02B8C-81FE-8DE7-D70A-A4592A3437BD}"/>
                  </a:ext>
                </a:extLst>
              </p:cNvPr>
              <p:cNvSpPr/>
              <p:nvPr/>
            </p:nvSpPr>
            <p:spPr>
              <a:xfrm>
                <a:off x="731520" y="548640"/>
                <a:ext cx="192024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EC4899"/>
                </a:solidFill>
                <a:prstDash val="solid"/>
              </a:ln>
            </p:spPr>
          </p:sp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E9A3F030-510D-9BBB-C051-E7BEDD483BA7}"/>
                  </a:ext>
                </a:extLst>
              </p:cNvPr>
              <p:cNvSpPr/>
              <p:nvPr/>
            </p:nvSpPr>
            <p:spPr>
              <a:xfrm>
                <a:off x="731520" y="548640"/>
                <a:ext cx="192024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EC48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RELATED WORK</a:t>
                </a:r>
              </a:p>
            </p:txBody>
          </p:sp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4F347B9A-CC03-8E19-AAF6-4D5BDD04E25C}"/>
                  </a:ext>
                </a:extLst>
              </p:cNvPr>
              <p:cNvSpPr/>
              <p:nvPr/>
            </p:nvSpPr>
            <p:spPr>
              <a:xfrm>
                <a:off x="731520" y="1078992"/>
                <a:ext cx="82296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4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Meet Our </a:t>
                </a:r>
                <a:r>
                  <a:rPr lang="en-US" sz="4000" b="1" dirty="0">
                    <a:solidFill>
                      <a:srgbClr val="4C8D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Inspirations</a:t>
                </a:r>
                <a:endParaRPr lang="en-US" sz="4000" dirty="0"/>
              </a:p>
            </p:txBody>
          </p:sp>
        </p:grp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6751396-035E-F00F-2F66-97349991D7C4}"/>
                </a:ext>
              </a:extLst>
            </p:cNvPr>
            <p:cNvSpPr/>
            <p:nvPr/>
          </p:nvSpPr>
          <p:spPr>
            <a:xfrm>
              <a:off x="792328" y="214884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087D7F1-B068-8416-9CED-FD9350E65813}"/>
                </a:ext>
              </a:extLst>
            </p:cNvPr>
            <p:cNvGrpSpPr/>
            <p:nvPr/>
          </p:nvGrpSpPr>
          <p:grpSpPr>
            <a:xfrm>
              <a:off x="1132940" y="2549542"/>
              <a:ext cx="4393696" cy="981676"/>
              <a:chOff x="1124712" y="2549542"/>
              <a:chExt cx="4393696" cy="981676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C41B98E-B690-8A3C-4F4C-0911055AD73B}"/>
                  </a:ext>
                </a:extLst>
              </p:cNvPr>
              <p:cNvGrpSpPr/>
              <p:nvPr/>
            </p:nvGrpSpPr>
            <p:grpSpPr>
              <a:xfrm>
                <a:off x="1124712" y="2766592"/>
                <a:ext cx="566928" cy="566928"/>
                <a:chOff x="1048360" y="2404872"/>
                <a:chExt cx="566928" cy="566928"/>
              </a:xfrm>
            </p:grpSpPr>
            <p:sp>
              <p:nvSpPr>
                <p:cNvPr id="6" name="Shape 4">
                  <a:extLst>
                    <a:ext uri="{FF2B5EF4-FFF2-40B4-BE49-F238E27FC236}">
                      <a16:creationId xmlns:a16="http://schemas.microsoft.com/office/drawing/2014/main" id="{C9EF4BF2-D1F9-51CD-8B34-17843EC237A4}"/>
                    </a:ext>
                  </a:extLst>
                </p:cNvPr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ellipse">
                  <a:avLst/>
                </a:prstGeom>
                <a:solidFill>
                  <a:srgbClr val="9B5CF6">
                    <a:alpha val="85000"/>
                  </a:srgbClr>
                </a:solidFill>
                <a:ln/>
              </p:spPr>
            </p:sp>
            <p:sp>
              <p:nvSpPr>
                <p:cNvPr id="7" name="Text 5">
                  <a:extLst>
                    <a:ext uri="{FF2B5EF4-FFF2-40B4-BE49-F238E27FC236}">
                      <a16:creationId xmlns:a16="http://schemas.microsoft.com/office/drawing/2014/main" id="{6CB5ECF0-DEED-42FB-3F3B-3273B3C3F85F}"/>
                    </a:ext>
                  </a:extLst>
                </p:cNvPr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📝</a:t>
                  </a:r>
                  <a:endParaRPr lang="en-US" sz="2200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08F3DB81-4B8B-2D10-1FEA-DCF286C648C2}"/>
                  </a:ext>
                </a:extLst>
              </p:cNvPr>
              <p:cNvGrpSpPr/>
              <p:nvPr/>
            </p:nvGrpSpPr>
            <p:grpSpPr>
              <a:xfrm>
                <a:off x="1918408" y="2549542"/>
                <a:ext cx="3600000" cy="981676"/>
                <a:chOff x="2024024" y="2559218"/>
                <a:chExt cx="3600000" cy="981676"/>
              </a:xfrm>
            </p:grpSpPr>
            <p:sp>
              <p:nvSpPr>
                <p:cNvPr id="8" name="Text 6">
                  <a:extLst>
                    <a:ext uri="{FF2B5EF4-FFF2-40B4-BE49-F238E27FC236}">
                      <a16:creationId xmlns:a16="http://schemas.microsoft.com/office/drawing/2014/main" id="{EC30FDCB-07E7-C0CF-EF57-D6707C8BF66F}"/>
                    </a:ext>
                  </a:extLst>
                </p:cNvPr>
                <p:cNvSpPr/>
                <p:nvPr/>
              </p:nvSpPr>
              <p:spPr>
                <a:xfrm>
                  <a:off x="2024024" y="2559218"/>
                  <a:ext cx="360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Notion &amp; Todoist</a:t>
                  </a:r>
                </a:p>
              </p:txBody>
            </p:sp>
            <p:sp>
              <p:nvSpPr>
                <p:cNvPr id="9" name="Text 7">
                  <a:extLst>
                    <a:ext uri="{FF2B5EF4-FFF2-40B4-BE49-F238E27FC236}">
                      <a16:creationId xmlns:a16="http://schemas.microsoft.com/office/drawing/2014/main" id="{6A802111-4826-44A0-7C06-DAD58D572470}"/>
                    </a:ext>
                  </a:extLst>
                </p:cNvPr>
                <p:cNvSpPr/>
                <p:nvPr/>
              </p:nvSpPr>
              <p:spPr>
                <a:xfrm>
                  <a:off x="2024024" y="3000894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Flexible or reliable — but no academic structure or behaviour model.</a:t>
                  </a:r>
                </a:p>
              </p:txBody>
            </p:sp>
          </p:grpSp>
        </p:grp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3E3CCC64-0C49-E73C-D06D-8E0EAB278195}"/>
                </a:ext>
              </a:extLst>
            </p:cNvPr>
            <p:cNvSpPr/>
            <p:nvPr/>
          </p:nvSpPr>
          <p:spPr>
            <a:xfrm>
              <a:off x="6324448" y="214884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01D0447-01C2-A165-77D9-C2F6B5036269}"/>
                </a:ext>
              </a:extLst>
            </p:cNvPr>
            <p:cNvGrpSpPr/>
            <p:nvPr/>
          </p:nvGrpSpPr>
          <p:grpSpPr>
            <a:xfrm>
              <a:off x="6746706" y="2547981"/>
              <a:ext cx="4396934" cy="983237"/>
              <a:chOff x="6573441" y="2547981"/>
              <a:chExt cx="4396934" cy="98323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3D48E7C-7DB5-6A30-43DA-65D8CF222A10}"/>
                  </a:ext>
                </a:extLst>
              </p:cNvPr>
              <p:cNvGrpSpPr/>
              <p:nvPr/>
            </p:nvGrpSpPr>
            <p:grpSpPr>
              <a:xfrm>
                <a:off x="6573441" y="2766592"/>
                <a:ext cx="566928" cy="566928"/>
                <a:chOff x="6580480" y="2404872"/>
                <a:chExt cx="566928" cy="566928"/>
              </a:xfrm>
            </p:grpSpPr>
            <p:sp>
              <p:nvSpPr>
                <p:cNvPr id="11" name="Shape 9">
                  <a:extLst>
                    <a:ext uri="{FF2B5EF4-FFF2-40B4-BE49-F238E27FC236}">
                      <a16:creationId xmlns:a16="http://schemas.microsoft.com/office/drawing/2014/main" id="{575F5FFD-782E-CA33-A477-83F81D352063}"/>
                    </a:ext>
                  </a:extLst>
                </p:cNvPr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ellipse">
                  <a:avLst/>
                </a:prstGeom>
                <a:solidFill>
                  <a:srgbClr val="4C8DFF">
                    <a:alpha val="85000"/>
                  </a:srgbClr>
                </a:solidFill>
                <a:ln/>
              </p:spPr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66D94CE0-1C31-93F0-E6DF-0705E8877A75}"/>
                    </a:ext>
                  </a:extLst>
                </p:cNvPr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2200" dirty="0">
                      <a:solidFill>
                        <a:srgbClr val="000000"/>
                      </a:solidFill>
                    </a:rPr>
                    <a:t>🎓</a:t>
                  </a:r>
                  <a:endParaRPr lang="en-US" sz="2200" dirty="0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81D732B-2494-34B7-3054-FABEDD175FC7}"/>
                  </a:ext>
                </a:extLst>
              </p:cNvPr>
              <p:cNvGrpSpPr/>
              <p:nvPr/>
            </p:nvGrpSpPr>
            <p:grpSpPr>
              <a:xfrm>
                <a:off x="7370375" y="2547981"/>
                <a:ext cx="3600000" cy="983237"/>
                <a:chOff x="7457878" y="2547981"/>
                <a:chExt cx="3600000" cy="983237"/>
              </a:xfrm>
            </p:grpSpPr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E18F7E6B-9892-6265-467D-03233BDF2E23}"/>
                    </a:ext>
                  </a:extLst>
                </p:cNvPr>
                <p:cNvSpPr/>
                <p:nvPr/>
              </p:nvSpPr>
              <p:spPr>
                <a:xfrm>
                  <a:off x="7457878" y="2547981"/>
                  <a:ext cx="360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MyStudyLife &amp; StudySmarter</a:t>
                  </a:r>
                </a:p>
              </p:txBody>
            </p:sp>
            <p:sp>
              <p:nvSpPr>
                <p:cNvPr id="14" name="Text 12">
                  <a:extLst>
                    <a:ext uri="{FF2B5EF4-FFF2-40B4-BE49-F238E27FC236}">
                      <a16:creationId xmlns:a16="http://schemas.microsoft.com/office/drawing/2014/main" id="{872E24DF-23FA-EBCF-D42C-AE1A24329A97}"/>
                    </a:ext>
                  </a:extLst>
                </p:cNvPr>
                <p:cNvSpPr/>
                <p:nvPr/>
              </p:nvSpPr>
              <p:spPr>
                <a:xfrm>
                  <a:off x="7457878" y="299121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Purpose-built for school, yet analytics stay purely descriptive.</a:t>
                  </a:r>
                </a:p>
              </p:txBody>
            </p:sp>
          </p:grpSp>
        </p:grp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771339EE-2035-5C84-D2A5-C2C16709BE7D}"/>
                </a:ext>
              </a:extLst>
            </p:cNvPr>
            <p:cNvSpPr/>
            <p:nvPr/>
          </p:nvSpPr>
          <p:spPr>
            <a:xfrm>
              <a:off x="792328" y="429768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10AC729-DFE1-FA0E-16DE-C87A6B9F1B67}"/>
                </a:ext>
              </a:extLst>
            </p:cNvPr>
            <p:cNvGrpSpPr/>
            <p:nvPr/>
          </p:nvGrpSpPr>
          <p:grpSpPr>
            <a:xfrm>
              <a:off x="1132940" y="4698382"/>
              <a:ext cx="4393696" cy="981676"/>
              <a:chOff x="1132940" y="4698382"/>
              <a:chExt cx="4393696" cy="98167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5AE7B36-84A6-20F4-1FB4-701E048FD546}"/>
                  </a:ext>
                </a:extLst>
              </p:cNvPr>
              <p:cNvGrpSpPr/>
              <p:nvPr/>
            </p:nvGrpSpPr>
            <p:grpSpPr>
              <a:xfrm>
                <a:off x="1132940" y="4905756"/>
                <a:ext cx="566928" cy="566928"/>
                <a:chOff x="1048360" y="4553712"/>
                <a:chExt cx="566928" cy="566928"/>
              </a:xfrm>
            </p:grpSpPr>
            <p:sp>
              <p:nvSpPr>
                <p:cNvPr id="16" name="Shape 14">
                  <a:extLst>
                    <a:ext uri="{FF2B5EF4-FFF2-40B4-BE49-F238E27FC236}">
                      <a16:creationId xmlns:a16="http://schemas.microsoft.com/office/drawing/2014/main" id="{0C257825-6B37-A58E-BF4D-81688DEA9BEF}"/>
                    </a:ext>
                  </a:extLst>
                </p:cNvPr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ellipse">
                  <a:avLst/>
                </a:prstGeom>
                <a:solidFill>
                  <a:srgbClr val="EC4899">
                    <a:alpha val="85000"/>
                  </a:srgbClr>
                </a:solidFill>
                <a:ln/>
              </p:spPr>
            </p:sp>
            <p:sp>
              <p:nvSpPr>
                <p:cNvPr id="17" name="Text 15">
                  <a:extLst>
                    <a:ext uri="{FF2B5EF4-FFF2-40B4-BE49-F238E27FC236}">
                      <a16:creationId xmlns:a16="http://schemas.microsoft.com/office/drawing/2014/main" id="{5E1315CF-5E10-384A-A03A-0C764F4B6224}"/>
                    </a:ext>
                  </a:extLst>
                </p:cNvPr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🌲</a:t>
                  </a:r>
                  <a:endParaRPr lang="en-US" sz="2200" dirty="0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91C9286B-543F-E6F0-72A5-3CBF4C7F53C9}"/>
                  </a:ext>
                </a:extLst>
              </p:cNvPr>
              <p:cNvGrpSpPr/>
              <p:nvPr/>
            </p:nvGrpSpPr>
            <p:grpSpPr>
              <a:xfrm>
                <a:off x="1926636" y="4698382"/>
                <a:ext cx="3600000" cy="981676"/>
                <a:chOff x="1926636" y="4698382"/>
                <a:chExt cx="3600000" cy="981676"/>
              </a:xfrm>
            </p:grpSpPr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170902EC-DFC0-F7BA-D6A4-A6B1452935A8}"/>
                    </a:ext>
                  </a:extLst>
                </p:cNvPr>
                <p:cNvSpPr/>
                <p:nvPr/>
              </p:nvSpPr>
              <p:spPr>
                <a:xfrm>
                  <a:off x="1926636" y="4698382"/>
                  <a:ext cx="2952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Forest &amp; Study Bunny</a:t>
                  </a:r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5FEF3AFC-576E-DA28-8132-29CC4B9D595C}"/>
                    </a:ext>
                  </a:extLst>
                </p:cNvPr>
                <p:cNvSpPr/>
                <p:nvPr/>
              </p:nvSpPr>
              <p:spPr>
                <a:xfrm>
                  <a:off x="1926636" y="514005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Great at sustaining focus, blind to what's actually being studied.</a:t>
                  </a:r>
                </a:p>
              </p:txBody>
            </p:sp>
          </p:grpSp>
        </p:grp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30C326B1-80AF-103C-AF51-69CCB81A0DCB}"/>
                </a:ext>
              </a:extLst>
            </p:cNvPr>
            <p:cNvSpPr/>
            <p:nvPr/>
          </p:nvSpPr>
          <p:spPr>
            <a:xfrm>
              <a:off x="6324448" y="429768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90E3AE0-0DBD-E77E-A7E7-39A7FD985BF1}"/>
                </a:ext>
              </a:extLst>
            </p:cNvPr>
            <p:cNvGrpSpPr/>
            <p:nvPr/>
          </p:nvGrpSpPr>
          <p:grpSpPr>
            <a:xfrm>
              <a:off x="6746706" y="4698382"/>
              <a:ext cx="4396934" cy="981676"/>
              <a:chOff x="6663441" y="4698382"/>
              <a:chExt cx="4396934" cy="98167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118F1C9-FBD7-9CBD-AE3B-E0CAA54B65E5}"/>
                  </a:ext>
                </a:extLst>
              </p:cNvPr>
              <p:cNvGrpSpPr/>
              <p:nvPr/>
            </p:nvGrpSpPr>
            <p:grpSpPr>
              <a:xfrm>
                <a:off x="6663441" y="4905756"/>
                <a:ext cx="566928" cy="566928"/>
                <a:chOff x="6580480" y="4553712"/>
                <a:chExt cx="566928" cy="566928"/>
              </a:xfrm>
            </p:grpSpPr>
            <p:sp>
              <p:nvSpPr>
                <p:cNvPr id="21" name="Shape 19">
                  <a:extLst>
                    <a:ext uri="{FF2B5EF4-FFF2-40B4-BE49-F238E27FC236}">
                      <a16:creationId xmlns:a16="http://schemas.microsoft.com/office/drawing/2014/main" id="{0909F16F-D088-7FDE-E64E-20E5245C5E48}"/>
                    </a:ext>
                  </a:extLst>
                </p:cNvPr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ellipse">
                  <a:avLst/>
                </a:prstGeom>
                <a:solidFill>
                  <a:srgbClr val="FFD93D">
                    <a:alpha val="85000"/>
                  </a:srgbClr>
                </a:solidFill>
                <a:ln/>
              </p:spPr>
            </p:sp>
            <p:sp>
              <p:nvSpPr>
                <p:cNvPr id="22" name="Text 20">
                  <a:extLst>
                    <a:ext uri="{FF2B5EF4-FFF2-40B4-BE49-F238E27FC236}">
                      <a16:creationId xmlns:a16="http://schemas.microsoft.com/office/drawing/2014/main" id="{2046FE5A-F119-F652-B765-9254C9AB409C}"/>
                    </a:ext>
                  </a:extLst>
                </p:cNvPr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📅</a:t>
                  </a:r>
                  <a:endParaRPr lang="en-US" sz="2200" dirty="0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CDE32A3B-1944-6F0D-743E-59E81FC3B43E}"/>
                  </a:ext>
                </a:extLst>
              </p:cNvPr>
              <p:cNvGrpSpPr/>
              <p:nvPr/>
            </p:nvGrpSpPr>
            <p:grpSpPr>
              <a:xfrm>
                <a:off x="7460375" y="4698382"/>
                <a:ext cx="3600000" cy="981676"/>
                <a:chOff x="10848865" y="2549542"/>
                <a:chExt cx="3600000" cy="981676"/>
              </a:xfrm>
            </p:grpSpPr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CE253E88-198E-54C4-4C96-4F5C835B9F95}"/>
                    </a:ext>
                  </a:extLst>
                </p:cNvPr>
                <p:cNvSpPr/>
                <p:nvPr/>
              </p:nvSpPr>
              <p:spPr>
                <a:xfrm>
                  <a:off x="10848865" y="2549542"/>
                  <a:ext cx="2808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Motion &amp; Reclaim.ai</a:t>
                  </a:r>
                </a:p>
              </p:txBody>
            </p:sp>
            <p:sp>
              <p:nvSpPr>
                <p:cNvPr id="24" name="Text 22">
                  <a:extLst>
                    <a:ext uri="{FF2B5EF4-FFF2-40B4-BE49-F238E27FC236}">
                      <a16:creationId xmlns:a16="http://schemas.microsoft.com/office/drawing/2014/main" id="{6AB704BA-96EA-A1F4-CAFA-39159C2EE903}"/>
                    </a:ext>
                  </a:extLst>
                </p:cNvPr>
                <p:cNvSpPr/>
                <p:nvPr/>
              </p:nvSpPr>
              <p:spPr>
                <a:xfrm>
                  <a:off x="10848865" y="299121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Automates time-blocking, but treats every task the same.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541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51BE5CA-9F9B-429C-F67E-4C222BD106A8}"/>
              </a:ext>
            </a:extLst>
          </p:cNvPr>
          <p:cNvGrpSpPr/>
          <p:nvPr/>
        </p:nvGrpSpPr>
        <p:grpSpPr>
          <a:xfrm>
            <a:off x="885845" y="572315"/>
            <a:ext cx="10420311" cy="5713370"/>
            <a:chOff x="885845" y="572315"/>
            <a:chExt cx="10420311" cy="571337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B922E7E-7C78-1D05-C844-F6B6C4B5BB36}"/>
                </a:ext>
              </a:extLst>
            </p:cNvPr>
            <p:cNvGrpSpPr/>
            <p:nvPr/>
          </p:nvGrpSpPr>
          <p:grpSpPr>
            <a:xfrm>
              <a:off x="885846" y="572315"/>
              <a:ext cx="1800000" cy="384048"/>
              <a:chOff x="731520" y="548640"/>
              <a:chExt cx="1800000" cy="384048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731520" y="548640"/>
                <a:ext cx="18000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4C8DFF"/>
                </a:solidFill>
                <a:prstDash val="solid"/>
              </a:ln>
            </p:spPr>
          </p:sp>
          <p:sp>
            <p:nvSpPr>
              <p:cNvPr id="3" name="Text 1"/>
              <p:cNvSpPr/>
              <p:nvPr/>
            </p:nvSpPr>
            <p:spPr>
              <a:xfrm>
                <a:off x="731520" y="548640"/>
                <a:ext cx="18000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SYSTEM MODELING</a:t>
                </a:r>
                <a:endParaRPr lang="en-US" sz="1250" dirty="0"/>
              </a:p>
            </p:txBody>
          </p:sp>
        </p:grpSp>
        <p:sp>
          <p:nvSpPr>
            <p:cNvPr id="4" name="Text 2"/>
            <p:cNvSpPr/>
            <p:nvPr/>
          </p:nvSpPr>
          <p:spPr>
            <a:xfrm>
              <a:off x="885846" y="1075235"/>
              <a:ext cx="7560428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4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Understanding the </a:t>
              </a:r>
              <a:r>
                <a:rPr lang="en-US" sz="4000" b="1" dirty="0">
                  <a:solidFill>
                    <a:srgbClr val="9B5C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System</a:t>
              </a:r>
              <a:endParaRPr lang="en-US" sz="40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5D55E8D-38A0-FAF8-60C2-E7682169AB35}"/>
                </a:ext>
              </a:extLst>
            </p:cNvPr>
            <p:cNvGrpSpPr/>
            <p:nvPr/>
          </p:nvGrpSpPr>
          <p:grpSpPr>
            <a:xfrm>
              <a:off x="885845" y="2108507"/>
              <a:ext cx="10420311" cy="4177178"/>
              <a:chOff x="885844" y="2108507"/>
              <a:chExt cx="10420311" cy="4177178"/>
            </a:xfrm>
          </p:grpSpPr>
          <p:sp>
            <p:nvSpPr>
              <p:cNvPr id="20" name="Caption"/>
              <p:cNvSpPr/>
              <p:nvPr/>
            </p:nvSpPr>
            <p:spPr>
              <a:xfrm>
                <a:off x="885844" y="2667096"/>
                <a:ext cx="2016000" cy="30600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B4B4C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 Case Diagram — how Student, Guest, and Administrator actors interact across StudyNexus</a:t>
                </a:r>
                <a:endParaRPr lang="en-US" sz="2400" dirty="0"/>
              </a:p>
            </p:txBody>
          </p:sp>
          <p:sp>
            <p:nvSpPr>
              <p:cNvPr id="21" name="ImageFrame"/>
              <p:cNvSpPr/>
              <p:nvPr/>
            </p:nvSpPr>
            <p:spPr>
              <a:xfrm>
                <a:off x="3365204" y="2108507"/>
                <a:ext cx="7940951" cy="4177178"/>
              </a:xfrm>
              <a:prstGeom prst="roundRect">
                <a:avLst>
                  <a:gd name="adj" fmla="val 4000"/>
                </a:avLst>
              </a:prstGeom>
              <a:solidFill>
                <a:srgbClr val="FFFFFF">
                  <a:alpha val="7000"/>
                </a:srgbClr>
              </a:solidFill>
              <a:ln w="19050">
                <a:solidFill>
                  <a:srgbClr val="9B5CF6">
                    <a:alpha val="45000"/>
                  </a:srgbClr>
                </a:solidFill>
                <a:prstDash val="dash"/>
              </a:ln>
            </p:spPr>
          </p:sp>
          <p:pic>
            <p:nvPicPr>
              <p:cNvPr id="5" name="Image 0">
                <a:extLst>
                  <a:ext uri="{FF2B5EF4-FFF2-40B4-BE49-F238E27FC236}">
                    <a16:creationId xmlns:a16="http://schemas.microsoft.com/office/drawing/2014/main" id="{56F49FC6-D394-A219-6C39-529756CE0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8644"/>
              <a:stretch/>
            </p:blipFill>
            <p:spPr>
              <a:xfrm>
                <a:off x="4185679" y="2267712"/>
                <a:ext cx="6300000" cy="3858767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47F8B-E4F1-BEB4-5B15-7B63DE96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16DF04-274E-4958-66DF-992ECA2628CA}"/>
              </a:ext>
            </a:extLst>
          </p:cNvPr>
          <p:cNvGrpSpPr/>
          <p:nvPr/>
        </p:nvGrpSpPr>
        <p:grpSpPr>
          <a:xfrm>
            <a:off x="768000" y="572315"/>
            <a:ext cx="10656000" cy="5713370"/>
            <a:chOff x="768001" y="572315"/>
            <a:chExt cx="10656000" cy="571337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9A18292-9B6C-2E67-BC30-DC1786673014}"/>
                </a:ext>
              </a:extLst>
            </p:cNvPr>
            <p:cNvGrpSpPr/>
            <p:nvPr/>
          </p:nvGrpSpPr>
          <p:grpSpPr>
            <a:xfrm>
              <a:off x="768001" y="572315"/>
              <a:ext cx="1800000" cy="384048"/>
              <a:chOff x="731520" y="548640"/>
              <a:chExt cx="1800000" cy="384048"/>
            </a:xfrm>
          </p:grpSpPr>
          <p:sp>
            <p:nvSpPr>
              <p:cNvPr id="2" name="Shape 0">
                <a:extLst>
                  <a:ext uri="{FF2B5EF4-FFF2-40B4-BE49-F238E27FC236}">
                    <a16:creationId xmlns:a16="http://schemas.microsoft.com/office/drawing/2014/main" id="{04D4ADA8-8600-D19E-39ED-FB59BB3C40F3}"/>
                  </a:ext>
                </a:extLst>
              </p:cNvPr>
              <p:cNvSpPr/>
              <p:nvPr/>
            </p:nvSpPr>
            <p:spPr>
              <a:xfrm>
                <a:off x="731520" y="548640"/>
                <a:ext cx="18000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4C8DFF"/>
                </a:solidFill>
                <a:prstDash val="solid"/>
              </a:ln>
            </p:spPr>
          </p:sp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844BDA21-8656-C341-151D-8241FBD19469}"/>
                  </a:ext>
                </a:extLst>
              </p:cNvPr>
              <p:cNvSpPr/>
              <p:nvPr/>
            </p:nvSpPr>
            <p:spPr>
              <a:xfrm>
                <a:off x="731520" y="548640"/>
                <a:ext cx="18000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SYSTEM MODELING</a:t>
                </a:r>
                <a:endParaRPr lang="en-US" sz="1250" dirty="0"/>
              </a:p>
            </p:txBody>
          </p:sp>
        </p:grp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E32E44AD-80C9-F1D8-F309-3C2F3FAD7CE3}"/>
                </a:ext>
              </a:extLst>
            </p:cNvPr>
            <p:cNvSpPr/>
            <p:nvPr/>
          </p:nvSpPr>
          <p:spPr>
            <a:xfrm>
              <a:off x="768001" y="1075235"/>
              <a:ext cx="106560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4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How Data Flows Through </a:t>
              </a:r>
              <a:r>
                <a:rPr lang="en-US" sz="4000" b="1" dirty="0">
                  <a:solidFill>
                    <a:srgbClr val="9B5C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StudyNexus</a:t>
              </a:r>
              <a:endParaRPr lang="en-US" sz="40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E76995-9931-3953-E7D3-D1DC41070EDE}"/>
                </a:ext>
              </a:extLst>
            </p:cNvPr>
            <p:cNvGrpSpPr/>
            <p:nvPr/>
          </p:nvGrpSpPr>
          <p:grpSpPr>
            <a:xfrm>
              <a:off x="885845" y="2108507"/>
              <a:ext cx="10420311" cy="4177178"/>
              <a:chOff x="885844" y="2108507"/>
              <a:chExt cx="10420311" cy="4177178"/>
            </a:xfrm>
          </p:grpSpPr>
          <p:sp>
            <p:nvSpPr>
              <p:cNvPr id="20" name="Caption">
                <a:extLst>
                  <a:ext uri="{FF2B5EF4-FFF2-40B4-BE49-F238E27FC236}">
                    <a16:creationId xmlns:a16="http://schemas.microsoft.com/office/drawing/2014/main" id="{036A8473-97EC-11D7-5830-98E987C37F8F}"/>
                  </a:ext>
                </a:extLst>
              </p:cNvPr>
              <p:cNvSpPr/>
              <p:nvPr/>
            </p:nvSpPr>
            <p:spPr>
              <a:xfrm>
                <a:off x="885844" y="2667096"/>
                <a:ext cx="2016000" cy="30600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GB" sz="2400" dirty="0">
                    <a:solidFill>
                      <a:srgbClr val="B4B4C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 Flow Diagram — from authentication and planning to AI insight generation and admin control</a:t>
                </a:r>
              </a:p>
            </p:txBody>
          </p:sp>
          <p:sp>
            <p:nvSpPr>
              <p:cNvPr id="21" name="ImageFrame">
                <a:extLst>
                  <a:ext uri="{FF2B5EF4-FFF2-40B4-BE49-F238E27FC236}">
                    <a16:creationId xmlns:a16="http://schemas.microsoft.com/office/drawing/2014/main" id="{A17DDA18-9214-6D6F-5CF7-ED7122375611}"/>
                  </a:ext>
                </a:extLst>
              </p:cNvPr>
              <p:cNvSpPr/>
              <p:nvPr/>
            </p:nvSpPr>
            <p:spPr>
              <a:xfrm>
                <a:off x="3365204" y="2108507"/>
                <a:ext cx="7940951" cy="4177178"/>
              </a:xfrm>
              <a:prstGeom prst="roundRect">
                <a:avLst>
                  <a:gd name="adj" fmla="val 4000"/>
                </a:avLst>
              </a:prstGeom>
              <a:solidFill>
                <a:srgbClr val="FFFFFF">
                  <a:alpha val="7000"/>
                </a:srgbClr>
              </a:solidFill>
              <a:ln w="19050">
                <a:solidFill>
                  <a:srgbClr val="9B5CF6">
                    <a:alpha val="45000"/>
                  </a:srgbClr>
                </a:solidFill>
                <a:prstDash val="dash"/>
              </a:ln>
            </p:spPr>
          </p:sp>
          <p:pic>
            <p:nvPicPr>
              <p:cNvPr id="5" name="Image 0">
                <a:extLst>
                  <a:ext uri="{FF2B5EF4-FFF2-40B4-BE49-F238E27FC236}">
                    <a16:creationId xmlns:a16="http://schemas.microsoft.com/office/drawing/2014/main" id="{82582E3E-49BF-06F5-5CE9-CFF8B668EA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>
              <a:xfrm>
                <a:off x="3905279" y="2267496"/>
                <a:ext cx="6860800" cy="3859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4163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21FBD-1996-D10D-4D47-1DE2AD81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625279E2-30F9-8875-5CD3-824EE168C146}"/>
              </a:ext>
            </a:extLst>
          </p:cNvPr>
          <p:cNvGrpSpPr/>
          <p:nvPr/>
        </p:nvGrpSpPr>
        <p:grpSpPr>
          <a:xfrm>
            <a:off x="792480" y="663187"/>
            <a:ext cx="10607040" cy="5531627"/>
            <a:chOff x="792328" y="549133"/>
            <a:chExt cx="10607040" cy="553162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DA7376F-C761-09E2-7282-D08EDC87E197}"/>
                </a:ext>
              </a:extLst>
            </p:cNvPr>
            <p:cNvGrpSpPr/>
            <p:nvPr/>
          </p:nvGrpSpPr>
          <p:grpSpPr>
            <a:xfrm>
              <a:off x="792328" y="549133"/>
              <a:ext cx="10224000" cy="1444752"/>
              <a:chOff x="731520" y="548640"/>
              <a:chExt cx="10224000" cy="1444752"/>
            </a:xfrm>
          </p:grpSpPr>
          <p:sp>
            <p:nvSpPr>
              <p:cNvPr id="2" name="Shape 0">
                <a:extLst>
                  <a:ext uri="{FF2B5EF4-FFF2-40B4-BE49-F238E27FC236}">
                    <a16:creationId xmlns:a16="http://schemas.microsoft.com/office/drawing/2014/main" id="{1162A45D-7BEA-5CE4-C0C1-2C557210BF25}"/>
                  </a:ext>
                </a:extLst>
              </p:cNvPr>
              <p:cNvSpPr/>
              <p:nvPr/>
            </p:nvSpPr>
            <p:spPr>
              <a:xfrm>
                <a:off x="731520" y="548640"/>
                <a:ext cx="192024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EC4899"/>
                </a:solidFill>
                <a:prstDash val="solid"/>
              </a:ln>
            </p:spPr>
          </p:sp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E54987DA-27B1-C760-FC7D-C04EE0D04413}"/>
                  </a:ext>
                </a:extLst>
              </p:cNvPr>
              <p:cNvSpPr/>
              <p:nvPr/>
            </p:nvSpPr>
            <p:spPr>
              <a:xfrm>
                <a:off x="731520" y="548640"/>
                <a:ext cx="192024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EC48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STACK</a:t>
                </a:r>
              </a:p>
            </p:txBody>
          </p:sp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DA8F531D-53E8-3B90-FB81-D422D6AFB193}"/>
                  </a:ext>
                </a:extLst>
              </p:cNvPr>
              <p:cNvSpPr/>
              <p:nvPr/>
            </p:nvSpPr>
            <p:spPr>
              <a:xfrm>
                <a:off x="731520" y="1078992"/>
                <a:ext cx="102240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6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The Technology Behind the </a:t>
                </a:r>
                <a:r>
                  <a:rPr lang="en-US" sz="3600" b="1" dirty="0">
                    <a:solidFill>
                      <a:srgbClr val="4C8D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Innovation</a:t>
                </a:r>
                <a:endParaRPr lang="en-US" sz="3600" dirty="0"/>
              </a:p>
            </p:txBody>
          </p:sp>
        </p:grp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9DD89CB-D304-00F1-4589-D8C20BD8FF39}"/>
                </a:ext>
              </a:extLst>
            </p:cNvPr>
            <p:cNvSpPr/>
            <p:nvPr/>
          </p:nvSpPr>
          <p:spPr>
            <a:xfrm>
              <a:off x="792328" y="214884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E42DACD-FB91-2AB8-8D10-A0AAAA7128AC}"/>
                </a:ext>
              </a:extLst>
            </p:cNvPr>
            <p:cNvGrpSpPr/>
            <p:nvPr/>
          </p:nvGrpSpPr>
          <p:grpSpPr>
            <a:xfrm>
              <a:off x="1132940" y="2549542"/>
              <a:ext cx="4393696" cy="981676"/>
              <a:chOff x="1124712" y="2549542"/>
              <a:chExt cx="4393696" cy="981676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BBFF61E7-A083-15A8-9175-2F61567ECBB6}"/>
                  </a:ext>
                </a:extLst>
              </p:cNvPr>
              <p:cNvGrpSpPr/>
              <p:nvPr/>
            </p:nvGrpSpPr>
            <p:grpSpPr>
              <a:xfrm>
                <a:off x="1124712" y="2766592"/>
                <a:ext cx="566928" cy="566928"/>
                <a:chOff x="1048360" y="2404872"/>
                <a:chExt cx="566928" cy="566928"/>
              </a:xfrm>
            </p:grpSpPr>
            <p:sp>
              <p:nvSpPr>
                <p:cNvPr id="6" name="Shape 4">
                  <a:extLst>
                    <a:ext uri="{FF2B5EF4-FFF2-40B4-BE49-F238E27FC236}">
                      <a16:creationId xmlns:a16="http://schemas.microsoft.com/office/drawing/2014/main" id="{ADD3F1A3-DD6D-DB07-6A1B-08A8E25ED9DE}"/>
                    </a:ext>
                  </a:extLst>
                </p:cNvPr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ellipse">
                  <a:avLst/>
                </a:prstGeom>
                <a:solidFill>
                  <a:srgbClr val="9B5CF6">
                    <a:alpha val="85000"/>
                  </a:srgbClr>
                </a:solidFill>
                <a:ln/>
              </p:spPr>
            </p:sp>
            <p:sp>
              <p:nvSpPr>
                <p:cNvPr id="7" name="Text 5">
                  <a:extLst>
                    <a:ext uri="{FF2B5EF4-FFF2-40B4-BE49-F238E27FC236}">
                      <a16:creationId xmlns:a16="http://schemas.microsoft.com/office/drawing/2014/main" id="{9C0E42E1-BA39-103A-D9E1-AC8E5AD620E0}"/>
                    </a:ext>
                  </a:extLst>
                </p:cNvPr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🎯</a:t>
                  </a:r>
                  <a:endParaRPr lang="en-US" sz="2200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34AA21D-8604-39C3-520C-C6D5D4E34551}"/>
                  </a:ext>
                </a:extLst>
              </p:cNvPr>
              <p:cNvGrpSpPr/>
              <p:nvPr/>
            </p:nvGrpSpPr>
            <p:grpSpPr>
              <a:xfrm>
                <a:off x="1918408" y="2549542"/>
                <a:ext cx="3600000" cy="981676"/>
                <a:chOff x="2024024" y="2559218"/>
                <a:chExt cx="3600000" cy="981676"/>
              </a:xfrm>
            </p:grpSpPr>
            <p:sp>
              <p:nvSpPr>
                <p:cNvPr id="8" name="Text 6">
                  <a:extLst>
                    <a:ext uri="{FF2B5EF4-FFF2-40B4-BE49-F238E27FC236}">
                      <a16:creationId xmlns:a16="http://schemas.microsoft.com/office/drawing/2014/main" id="{5894B395-29C3-E024-DD9B-98B3024743AA}"/>
                    </a:ext>
                  </a:extLst>
                </p:cNvPr>
                <p:cNvSpPr/>
                <p:nvPr/>
              </p:nvSpPr>
              <p:spPr>
                <a:xfrm>
                  <a:off x="2024024" y="2559218"/>
                  <a:ext cx="360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Flutter &amp; Dart</a:t>
                  </a:r>
                </a:p>
              </p:txBody>
            </p:sp>
            <p:sp>
              <p:nvSpPr>
                <p:cNvPr id="9" name="Text 7">
                  <a:extLst>
                    <a:ext uri="{FF2B5EF4-FFF2-40B4-BE49-F238E27FC236}">
                      <a16:creationId xmlns:a16="http://schemas.microsoft.com/office/drawing/2014/main" id="{18E5F606-282D-B27A-6584-ACEC3C8D12D6}"/>
                    </a:ext>
                  </a:extLst>
                </p:cNvPr>
                <p:cNvSpPr/>
                <p:nvPr/>
              </p:nvSpPr>
              <p:spPr>
                <a:xfrm>
                  <a:off x="2024024" y="3000894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Cross-platform mobile app for Android &amp; iOS.</a:t>
                  </a:r>
                </a:p>
              </p:txBody>
            </p:sp>
          </p:grpSp>
        </p:grp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CA61BAED-F311-91B0-D529-435F8FD972A2}"/>
                </a:ext>
              </a:extLst>
            </p:cNvPr>
            <p:cNvSpPr/>
            <p:nvPr/>
          </p:nvSpPr>
          <p:spPr>
            <a:xfrm>
              <a:off x="6324448" y="214884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6590C85-444F-61B8-7966-4CA99D179BBB}"/>
                </a:ext>
              </a:extLst>
            </p:cNvPr>
            <p:cNvGrpSpPr/>
            <p:nvPr/>
          </p:nvGrpSpPr>
          <p:grpSpPr>
            <a:xfrm>
              <a:off x="6746706" y="2549542"/>
              <a:ext cx="4396934" cy="981676"/>
              <a:chOff x="6573441" y="2549542"/>
              <a:chExt cx="4396934" cy="98167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F22C277-1BBB-D966-3902-771C193327F7}"/>
                  </a:ext>
                </a:extLst>
              </p:cNvPr>
              <p:cNvGrpSpPr/>
              <p:nvPr/>
            </p:nvGrpSpPr>
            <p:grpSpPr>
              <a:xfrm>
                <a:off x="6573441" y="2766592"/>
                <a:ext cx="566928" cy="566928"/>
                <a:chOff x="6580480" y="2404872"/>
                <a:chExt cx="566928" cy="566928"/>
              </a:xfrm>
            </p:grpSpPr>
            <p:sp>
              <p:nvSpPr>
                <p:cNvPr id="11" name="Shape 9">
                  <a:extLst>
                    <a:ext uri="{FF2B5EF4-FFF2-40B4-BE49-F238E27FC236}">
                      <a16:creationId xmlns:a16="http://schemas.microsoft.com/office/drawing/2014/main" id="{90FE8546-92A6-7BAB-3BC0-79E9BDD89DB8}"/>
                    </a:ext>
                  </a:extLst>
                </p:cNvPr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ellipse">
                  <a:avLst/>
                </a:prstGeom>
                <a:solidFill>
                  <a:srgbClr val="4C8DFF">
                    <a:alpha val="85000"/>
                  </a:srgbClr>
                </a:solidFill>
                <a:ln/>
              </p:spPr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9E2AE129-D719-5836-0401-5E7799A2931F}"/>
                    </a:ext>
                  </a:extLst>
                </p:cNvPr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🐘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83CF78C-F73E-7F72-C7C0-A54952F738BF}"/>
                  </a:ext>
                </a:extLst>
              </p:cNvPr>
              <p:cNvGrpSpPr/>
              <p:nvPr/>
            </p:nvGrpSpPr>
            <p:grpSpPr>
              <a:xfrm>
                <a:off x="7370375" y="2549542"/>
                <a:ext cx="3600000" cy="981676"/>
                <a:chOff x="7457878" y="2549542"/>
                <a:chExt cx="3600000" cy="981676"/>
              </a:xfrm>
            </p:grpSpPr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E0AA5DCB-58E3-A7EB-538C-DB557B2F68C9}"/>
                    </a:ext>
                  </a:extLst>
                </p:cNvPr>
                <p:cNvSpPr/>
                <p:nvPr/>
              </p:nvSpPr>
              <p:spPr>
                <a:xfrm>
                  <a:off x="7457878" y="2549542"/>
                  <a:ext cx="252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PHP</a:t>
                  </a:r>
                </a:p>
              </p:txBody>
            </p:sp>
            <p:sp>
              <p:nvSpPr>
                <p:cNvPr id="14" name="Text 12">
                  <a:extLst>
                    <a:ext uri="{FF2B5EF4-FFF2-40B4-BE49-F238E27FC236}">
                      <a16:creationId xmlns:a16="http://schemas.microsoft.com/office/drawing/2014/main" id="{ED289B3B-B4A2-E3CA-9AF2-58F618D1DC1B}"/>
                    </a:ext>
                  </a:extLst>
                </p:cNvPr>
                <p:cNvSpPr/>
                <p:nvPr/>
              </p:nvSpPr>
              <p:spPr>
                <a:xfrm>
                  <a:off x="7457878" y="299121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Admin logic, CSRF protection, Firestore REST integration.</a:t>
                  </a:r>
                </a:p>
              </p:txBody>
            </p:sp>
          </p:grpSp>
        </p:grp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492C41CC-117A-0715-B9AC-517B90F2B26C}"/>
                </a:ext>
              </a:extLst>
            </p:cNvPr>
            <p:cNvSpPr/>
            <p:nvPr/>
          </p:nvSpPr>
          <p:spPr>
            <a:xfrm>
              <a:off x="792328" y="429768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3A2E014-EDDC-9345-9842-123E91E204EB}"/>
                </a:ext>
              </a:extLst>
            </p:cNvPr>
            <p:cNvGrpSpPr/>
            <p:nvPr/>
          </p:nvGrpSpPr>
          <p:grpSpPr>
            <a:xfrm>
              <a:off x="1132940" y="4698382"/>
              <a:ext cx="4393696" cy="981676"/>
              <a:chOff x="1132940" y="4698382"/>
              <a:chExt cx="4393696" cy="98167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652B1AA-C547-5B13-FDDD-C369CE4DD22A}"/>
                  </a:ext>
                </a:extLst>
              </p:cNvPr>
              <p:cNvGrpSpPr/>
              <p:nvPr/>
            </p:nvGrpSpPr>
            <p:grpSpPr>
              <a:xfrm>
                <a:off x="1132940" y="4905756"/>
                <a:ext cx="566928" cy="566928"/>
                <a:chOff x="1048360" y="4553712"/>
                <a:chExt cx="566928" cy="566928"/>
              </a:xfrm>
            </p:grpSpPr>
            <p:sp>
              <p:nvSpPr>
                <p:cNvPr id="16" name="Shape 14">
                  <a:extLst>
                    <a:ext uri="{FF2B5EF4-FFF2-40B4-BE49-F238E27FC236}">
                      <a16:creationId xmlns:a16="http://schemas.microsoft.com/office/drawing/2014/main" id="{79D2E01F-433B-9D8A-7EEF-A822828D1FC3}"/>
                    </a:ext>
                  </a:extLst>
                </p:cNvPr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ellipse">
                  <a:avLst/>
                </a:prstGeom>
                <a:solidFill>
                  <a:srgbClr val="EC4899">
                    <a:alpha val="85000"/>
                  </a:srgbClr>
                </a:solidFill>
                <a:ln/>
              </p:spPr>
            </p:sp>
            <p:sp>
              <p:nvSpPr>
                <p:cNvPr id="17" name="Text 15">
                  <a:extLst>
                    <a:ext uri="{FF2B5EF4-FFF2-40B4-BE49-F238E27FC236}">
                      <a16:creationId xmlns:a16="http://schemas.microsoft.com/office/drawing/2014/main" id="{840F57E4-DD98-57D8-68D6-F9FEE01E24A8}"/>
                    </a:ext>
                  </a:extLst>
                </p:cNvPr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🤖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D71DC91-7060-08F5-1DDA-656A314D0FC6}"/>
                  </a:ext>
                </a:extLst>
              </p:cNvPr>
              <p:cNvGrpSpPr/>
              <p:nvPr/>
            </p:nvGrpSpPr>
            <p:grpSpPr>
              <a:xfrm>
                <a:off x="1926636" y="4698382"/>
                <a:ext cx="3600000" cy="981676"/>
                <a:chOff x="1926636" y="4698382"/>
                <a:chExt cx="3600000" cy="981676"/>
              </a:xfrm>
            </p:grpSpPr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1CA0C3CD-2CB0-B5B5-ED65-AB5AAE44514D}"/>
                    </a:ext>
                  </a:extLst>
                </p:cNvPr>
                <p:cNvSpPr/>
                <p:nvPr/>
              </p:nvSpPr>
              <p:spPr>
                <a:xfrm>
                  <a:off x="1926636" y="4698382"/>
                  <a:ext cx="288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Gemini 2.5 Flash</a:t>
                  </a:r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11C8FB37-27A5-E424-1CB3-CD84A66FF5E0}"/>
                    </a:ext>
                  </a:extLst>
                </p:cNvPr>
                <p:cNvSpPr/>
                <p:nvPr/>
              </p:nvSpPr>
              <p:spPr>
                <a:xfrm>
                  <a:off x="1926636" y="514005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AI scheduling &amp; insights with strict JSON validation.</a:t>
                  </a:r>
                </a:p>
              </p:txBody>
            </p:sp>
          </p:grpSp>
        </p:grp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DC9DA19F-E7BD-7953-552E-9E71014BF9B1}"/>
                </a:ext>
              </a:extLst>
            </p:cNvPr>
            <p:cNvSpPr/>
            <p:nvPr/>
          </p:nvSpPr>
          <p:spPr>
            <a:xfrm>
              <a:off x="6324448" y="4297680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A660FC6-F648-0DCD-0FDE-D3404186C3D9}"/>
                </a:ext>
              </a:extLst>
            </p:cNvPr>
            <p:cNvGrpSpPr/>
            <p:nvPr/>
          </p:nvGrpSpPr>
          <p:grpSpPr>
            <a:xfrm>
              <a:off x="6746706" y="4698382"/>
              <a:ext cx="4396934" cy="981676"/>
              <a:chOff x="6663441" y="4698382"/>
              <a:chExt cx="4396934" cy="98167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F5FDE133-4E1E-F6FC-7A85-0A3F68C54877}"/>
                  </a:ext>
                </a:extLst>
              </p:cNvPr>
              <p:cNvGrpSpPr/>
              <p:nvPr/>
            </p:nvGrpSpPr>
            <p:grpSpPr>
              <a:xfrm>
                <a:off x="6663441" y="4905756"/>
                <a:ext cx="566928" cy="566928"/>
                <a:chOff x="6580480" y="4553712"/>
                <a:chExt cx="566928" cy="566928"/>
              </a:xfrm>
            </p:grpSpPr>
            <p:sp>
              <p:nvSpPr>
                <p:cNvPr id="21" name="Shape 19">
                  <a:extLst>
                    <a:ext uri="{FF2B5EF4-FFF2-40B4-BE49-F238E27FC236}">
                      <a16:creationId xmlns:a16="http://schemas.microsoft.com/office/drawing/2014/main" id="{1123CDEC-2A79-EF11-7D25-B9D1FCD4AB0E}"/>
                    </a:ext>
                  </a:extLst>
                </p:cNvPr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ellipse">
                  <a:avLst/>
                </a:prstGeom>
                <a:solidFill>
                  <a:srgbClr val="FFD93D">
                    <a:alpha val="85000"/>
                  </a:srgbClr>
                </a:solidFill>
                <a:ln/>
              </p:spPr>
            </p:sp>
            <p:sp>
              <p:nvSpPr>
                <p:cNvPr id="22" name="Text 20">
                  <a:extLst>
                    <a:ext uri="{FF2B5EF4-FFF2-40B4-BE49-F238E27FC236}">
                      <a16:creationId xmlns:a16="http://schemas.microsoft.com/office/drawing/2014/main" id="{0E62E39D-8119-3042-3B16-2040ADD2EED2}"/>
                    </a:ext>
                  </a:extLst>
                </p:cNvPr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☁️</a:t>
                  </a: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1370F21-5597-D397-BBCE-CCD0A89AE416}"/>
                  </a:ext>
                </a:extLst>
              </p:cNvPr>
              <p:cNvGrpSpPr/>
              <p:nvPr/>
            </p:nvGrpSpPr>
            <p:grpSpPr>
              <a:xfrm>
                <a:off x="7460375" y="4698382"/>
                <a:ext cx="3600000" cy="981676"/>
                <a:chOff x="10848865" y="2549542"/>
                <a:chExt cx="3600000" cy="981676"/>
              </a:xfrm>
            </p:grpSpPr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FE756C83-DBCF-AC48-B3E0-0CFE52EC41F3}"/>
                    </a:ext>
                  </a:extLst>
                </p:cNvPr>
                <p:cNvSpPr/>
                <p:nvPr/>
              </p:nvSpPr>
              <p:spPr>
                <a:xfrm>
                  <a:off x="10848865" y="2549542"/>
                  <a:ext cx="252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Firebase</a:t>
                  </a:r>
                </a:p>
              </p:txBody>
            </p:sp>
            <p:sp>
              <p:nvSpPr>
                <p:cNvPr id="24" name="Text 22">
                  <a:extLst>
                    <a:ext uri="{FF2B5EF4-FFF2-40B4-BE49-F238E27FC236}">
                      <a16:creationId xmlns:a16="http://schemas.microsoft.com/office/drawing/2014/main" id="{4EE5D6ED-86CC-949A-4BE3-FFFE1753032C}"/>
                    </a:ext>
                  </a:extLst>
                </p:cNvPr>
                <p:cNvSpPr/>
                <p:nvPr/>
              </p:nvSpPr>
              <p:spPr>
                <a:xfrm>
                  <a:off x="10848865" y="299121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Firestore, Authentication &amp; Realtime Database.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2449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335C3-E26B-A256-9472-5ED710BC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35F10512-0E11-9927-4917-56719D5E7C9B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01A4674-04F8-73D3-9531-DEE47F572A27}"/>
              </a:ext>
            </a:extLst>
          </p:cNvPr>
          <p:cNvGrpSpPr/>
          <p:nvPr/>
        </p:nvGrpSpPr>
        <p:grpSpPr>
          <a:xfrm>
            <a:off x="1317095" y="1258903"/>
            <a:ext cx="9557810" cy="4340194"/>
            <a:chOff x="1308529" y="1258080"/>
            <a:chExt cx="9557810" cy="434019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8FE95A2-B366-E660-6F90-3E4AACD44EC2}"/>
                </a:ext>
              </a:extLst>
            </p:cNvPr>
            <p:cNvGrpSpPr/>
            <p:nvPr/>
          </p:nvGrpSpPr>
          <p:grpSpPr>
            <a:xfrm>
              <a:off x="1308529" y="1258080"/>
              <a:ext cx="9180000" cy="1375350"/>
              <a:chOff x="1034560" y="1129047"/>
              <a:chExt cx="9180000" cy="137535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09C949E-3651-8E21-413A-982EE570296B}"/>
                  </a:ext>
                </a:extLst>
              </p:cNvPr>
              <p:cNvGrpSpPr/>
              <p:nvPr/>
            </p:nvGrpSpPr>
            <p:grpSpPr>
              <a:xfrm>
                <a:off x="1034560" y="1129047"/>
                <a:ext cx="1645920" cy="384048"/>
                <a:chOff x="1209428" y="672084"/>
                <a:chExt cx="1645920" cy="384048"/>
              </a:xfrm>
            </p:grpSpPr>
            <p:sp>
              <p:nvSpPr>
                <p:cNvPr id="2" name="Shape 0">
                  <a:extLst>
                    <a:ext uri="{FF2B5EF4-FFF2-40B4-BE49-F238E27FC236}">
                      <a16:creationId xmlns:a16="http://schemas.microsoft.com/office/drawing/2014/main" id="{4748A1A5-D04C-81E6-6670-A6D2BA8D50D2}"/>
                    </a:ext>
                  </a:extLst>
                </p:cNvPr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A1030">
                    <a:alpha val="75000"/>
                  </a:srgbClr>
                </a:solidFill>
                <a:ln w="15875">
                  <a:solidFill>
                    <a:srgbClr val="4C8DFF"/>
                  </a:solidFill>
                  <a:prstDash val="solid"/>
                </a:ln>
              </p:spPr>
            </p:sp>
            <p:sp>
              <p:nvSpPr>
                <p:cNvPr id="3" name="Text 1">
                  <a:extLst>
                    <a:ext uri="{FF2B5EF4-FFF2-40B4-BE49-F238E27FC236}">
                      <a16:creationId xmlns:a16="http://schemas.microsoft.com/office/drawing/2014/main" id="{B1735583-896F-6F1C-464D-028A9215F18C}"/>
                    </a:ext>
                  </a:extLst>
                </p:cNvPr>
                <p:cNvSpPr/>
                <p:nvPr/>
              </p:nvSpPr>
              <p:spPr>
                <a:xfrm>
                  <a:off x="1209428" y="672084"/>
                  <a:ext cx="1645920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50" b="1" kern="0" spc="100" dirty="0">
                      <a:solidFill>
                        <a:srgbClr val="4C8D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AI ENGINE</a:t>
                  </a:r>
                </a:p>
              </p:txBody>
            </p:sp>
          </p:grpSp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63393F82-A800-FE8D-ADCB-F5246A49B745}"/>
                  </a:ext>
                </a:extLst>
              </p:cNvPr>
              <p:cNvSpPr/>
              <p:nvPr/>
            </p:nvSpPr>
            <p:spPr>
              <a:xfrm>
                <a:off x="1034560" y="1589997"/>
                <a:ext cx="91800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Intelligence That Adapts to </a:t>
                </a:r>
                <a:r>
                  <a:rPr lang="en-US" sz="3000" b="1" dirty="0">
                    <a:solidFill>
                      <a:srgbClr val="9B5CF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Every Student</a:t>
                </a:r>
                <a:endParaRPr lang="en-US" sz="300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645EABB-F8CF-F2AC-DDB8-FC7C47C107D5}"/>
                </a:ext>
              </a:extLst>
            </p:cNvPr>
            <p:cNvGrpSpPr/>
            <p:nvPr/>
          </p:nvGrpSpPr>
          <p:grpSpPr>
            <a:xfrm>
              <a:off x="1308529" y="2878320"/>
              <a:ext cx="9557810" cy="2719954"/>
              <a:chOff x="1139306" y="2844199"/>
              <a:chExt cx="9557810" cy="271995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AF62E87-4A6A-DC2F-22D1-2A0C5221937C}"/>
                  </a:ext>
                </a:extLst>
              </p:cNvPr>
              <p:cNvGrpSpPr/>
              <p:nvPr/>
            </p:nvGrpSpPr>
            <p:grpSpPr>
              <a:xfrm>
                <a:off x="1139306" y="2844200"/>
                <a:ext cx="4387792" cy="2719953"/>
                <a:chOff x="1139306" y="2844200"/>
                <a:chExt cx="4387792" cy="2719953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79DC4A16-0507-97BA-D3EF-F5D2477E99CD}"/>
                    </a:ext>
                  </a:extLst>
                </p:cNvPr>
                <p:cNvGrpSpPr/>
                <p:nvPr/>
              </p:nvGrpSpPr>
              <p:grpSpPr>
                <a:xfrm>
                  <a:off x="1139306" y="2844200"/>
                  <a:ext cx="4387584" cy="992475"/>
                  <a:chOff x="1314174" y="2598516"/>
                  <a:chExt cx="4387584" cy="992475"/>
                </a:xfrm>
              </p:grpSpPr>
              <p:sp>
                <p:nvSpPr>
                  <p:cNvPr id="5" name="Shape 3">
                    <a:extLst>
                      <a:ext uri="{FF2B5EF4-FFF2-40B4-BE49-F238E27FC236}">
                        <a16:creationId xmlns:a16="http://schemas.microsoft.com/office/drawing/2014/main" id="{D97E5A5D-F882-5BA1-4AB0-8569B43DA48A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EC4899"/>
                    </a:solidFill>
                    <a:prstDash val="solid"/>
                  </a:ln>
                </p:spPr>
              </p:sp>
              <p:sp>
                <p:nvSpPr>
                  <p:cNvPr id="6" name="Text 4">
                    <a:extLst>
                      <a:ext uri="{FF2B5EF4-FFF2-40B4-BE49-F238E27FC236}">
                        <a16:creationId xmlns:a16="http://schemas.microsoft.com/office/drawing/2014/main" id="{5D6895C6-143B-CF09-60EB-6C7A051026D4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EC48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01</a:t>
                    </a:r>
                    <a:endParaRPr lang="en-US" sz="1800" dirty="0"/>
                  </a:p>
                </p:txBody>
              </p: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3AAC04AB-81C9-ADB1-F030-31A4A31AC511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5" y="2598516"/>
                    <a:ext cx="3527793" cy="992475"/>
                    <a:chOff x="9379627" y="5340509"/>
                    <a:chExt cx="3527793" cy="992475"/>
                  </a:xfrm>
                </p:grpSpPr>
                <p:sp>
                  <p:nvSpPr>
                    <p:cNvPr id="7" name="Text 5">
                      <a:extLst>
                        <a:ext uri="{FF2B5EF4-FFF2-40B4-BE49-F238E27FC236}">
                          <a16:creationId xmlns:a16="http://schemas.microsoft.com/office/drawing/2014/main" id="{71A7D839-8C71-C14B-5A2B-3982E2D3D8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7" y="5340509"/>
                      <a:ext cx="2304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Constraints</a:t>
                      </a:r>
                    </a:p>
                  </p:txBody>
                </p:sp>
                <p:sp>
                  <p:nvSpPr>
                    <p:cNvPr id="8" name="Text 6">
                      <a:extLst>
                        <a:ext uri="{FF2B5EF4-FFF2-40B4-BE49-F238E27FC236}">
                          <a16:creationId xmlns:a16="http://schemas.microsoft.com/office/drawing/2014/main" id="{BF1D2EF5-E36D-6169-9A42-B9FE792C92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8" y="5875784"/>
                      <a:ext cx="3527792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protection, 30–90 minute blocks, and spaced repetition.</a:t>
                      </a:r>
                    </a:p>
                  </p:txBody>
                </p:sp>
              </p:grp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FAFFE8C-32AB-4BEA-4A48-BA4571E07940}"/>
                    </a:ext>
                  </a:extLst>
                </p:cNvPr>
                <p:cNvGrpSpPr/>
                <p:nvPr/>
              </p:nvGrpSpPr>
              <p:grpSpPr>
                <a:xfrm>
                  <a:off x="1139306" y="4572037"/>
                  <a:ext cx="4387792" cy="992116"/>
                  <a:chOff x="1314174" y="4326353"/>
                  <a:chExt cx="4387792" cy="992116"/>
                </a:xfrm>
              </p:grpSpPr>
              <p:sp>
                <p:nvSpPr>
                  <p:cNvPr id="9" name="Shape 7">
                    <a:extLst>
                      <a:ext uri="{FF2B5EF4-FFF2-40B4-BE49-F238E27FC236}">
                        <a16:creationId xmlns:a16="http://schemas.microsoft.com/office/drawing/2014/main" id="{0E2E081D-D670-6BCD-6FFA-ECB926A6F71D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9B5CF6"/>
                    </a:solidFill>
                    <a:prstDash val="solid"/>
                  </a:ln>
                </p:spPr>
              </p:sp>
              <p:sp>
                <p:nvSpPr>
                  <p:cNvPr id="10" name="Text 8">
                    <a:extLst>
                      <a:ext uri="{FF2B5EF4-FFF2-40B4-BE49-F238E27FC236}">
                        <a16:creationId xmlns:a16="http://schemas.microsoft.com/office/drawing/2014/main" id="{B92FD7BD-0828-9480-1D3E-84F5E4BEDB3C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9B5CF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02</a:t>
                    </a:r>
                    <a:endParaRPr lang="en-US" sz="1800" dirty="0"/>
                  </a:p>
                </p:txBody>
              </p: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D1F184EB-27AA-5C78-9748-E4089F38ED11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6" y="4326353"/>
                    <a:ext cx="3528000" cy="992116"/>
                    <a:chOff x="5885994" y="5291629"/>
                    <a:chExt cx="3528000" cy="992116"/>
                  </a:xfrm>
                </p:grpSpPr>
                <p:sp>
                  <p:nvSpPr>
                    <p:cNvPr id="11" name="Text 9">
                      <a:extLst>
                        <a:ext uri="{FF2B5EF4-FFF2-40B4-BE49-F238E27FC236}">
                          <a16:creationId xmlns:a16="http://schemas.microsoft.com/office/drawing/2014/main" id="{60BED8C1-8B7E-E1BE-8D04-CC029C3662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291629"/>
                      <a:ext cx="262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 of Context</a:t>
                      </a:r>
                    </a:p>
                  </p:txBody>
                </p:sp>
                <p:sp>
                  <p:nvSpPr>
                    <p:cNvPr id="12" name="Text 10">
                      <a:extLst>
                        <a:ext uri="{FF2B5EF4-FFF2-40B4-BE49-F238E27FC236}">
                          <a16:creationId xmlns:a16="http://schemas.microsoft.com/office/drawing/2014/main" id="{6A1C5900-E996-079A-786A-29C03E492B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826545"/>
                      <a:ext cx="352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analysed across 7-, 30-, and 60-day windows.</a:t>
                      </a:r>
                    </a:p>
                  </p:txBody>
                </p:sp>
              </p:grpSp>
            </p:grp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93B9BF4-BDB3-B995-987E-61B53D24ECE2}"/>
                  </a:ext>
                </a:extLst>
              </p:cNvPr>
              <p:cNvGrpSpPr/>
              <p:nvPr/>
            </p:nvGrpSpPr>
            <p:grpSpPr>
              <a:xfrm>
                <a:off x="6093324" y="2844199"/>
                <a:ext cx="4603792" cy="2707521"/>
                <a:chOff x="6536516" y="2844200"/>
                <a:chExt cx="4603792" cy="2783196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FFA07250-E673-0B45-0D06-5C7BAD329530}"/>
                    </a:ext>
                  </a:extLst>
                </p:cNvPr>
                <p:cNvGrpSpPr/>
                <p:nvPr/>
              </p:nvGrpSpPr>
              <p:grpSpPr>
                <a:xfrm>
                  <a:off x="6536516" y="2998608"/>
                  <a:ext cx="713232" cy="713232"/>
                  <a:chOff x="8948500" y="3864581"/>
                  <a:chExt cx="713232" cy="713232"/>
                </a:xfrm>
              </p:grpSpPr>
              <p:sp>
                <p:nvSpPr>
                  <p:cNvPr id="13" name="Shape 11">
                    <a:extLst>
                      <a:ext uri="{FF2B5EF4-FFF2-40B4-BE49-F238E27FC236}">
                        <a16:creationId xmlns:a16="http://schemas.microsoft.com/office/drawing/2014/main" id="{71B7C043-B3AD-1A7B-F675-F8984A83FC84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4C8DFF"/>
                    </a:solidFill>
                    <a:prstDash val="solid"/>
                  </a:ln>
                </p:spPr>
              </p:sp>
              <p:sp>
                <p:nvSpPr>
                  <p:cNvPr id="14" name="Text 12">
                    <a:extLst>
                      <a:ext uri="{FF2B5EF4-FFF2-40B4-BE49-F238E27FC236}">
                        <a16:creationId xmlns:a16="http://schemas.microsoft.com/office/drawing/2014/main" id="{D59FAB20-984C-4214-BC00-6AC05889B1E2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4C8D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03</a:t>
                    </a:r>
                    <a:endParaRPr lang="en-US" sz="1800" dirty="0"/>
                  </a:p>
                </p:txBody>
              </p:sp>
            </p:grp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32E04AC8-304E-751F-BB6A-03E4620C4C7D}"/>
                    </a:ext>
                  </a:extLst>
                </p:cNvPr>
                <p:cNvSpPr/>
                <p:nvPr/>
              </p:nvSpPr>
              <p:spPr>
                <a:xfrm>
                  <a:off x="7396308" y="2844200"/>
                  <a:ext cx="2952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Explainable by Design</a:t>
                  </a:r>
                </a:p>
              </p:txBody>
            </p:sp>
            <p:sp>
              <p:nvSpPr>
                <p:cNvPr id="16" name="Text 14">
                  <a:extLst>
                    <a:ext uri="{FF2B5EF4-FFF2-40B4-BE49-F238E27FC236}">
                      <a16:creationId xmlns:a16="http://schemas.microsoft.com/office/drawing/2014/main" id="{4D62EA0F-FB82-A057-71DA-48067767B000}"/>
                    </a:ext>
                  </a:extLst>
                </p:cNvPr>
                <p:cNvSpPr/>
                <p:nvPr/>
              </p:nvSpPr>
              <p:spPr>
                <a:xfrm>
                  <a:off x="7396307" y="3368326"/>
                  <a:ext cx="3744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Deterministic scores pair with generative recommendations.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05563E0-EE5D-033A-5C67-B80C85C0DD14}"/>
                    </a:ext>
                  </a:extLst>
                </p:cNvPr>
                <p:cNvGrpSpPr/>
                <p:nvPr/>
              </p:nvGrpSpPr>
              <p:grpSpPr>
                <a:xfrm>
                  <a:off x="6536516" y="4633108"/>
                  <a:ext cx="4603792" cy="994288"/>
                  <a:chOff x="6711384" y="4387424"/>
                  <a:chExt cx="4603792" cy="994288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906BA4C9-95D8-9FBD-4AFF-ACB52FF0166A}"/>
                      </a:ext>
                    </a:extLst>
                  </p:cNvPr>
                  <p:cNvGrpSpPr/>
                  <p:nvPr/>
                </p:nvGrpSpPr>
                <p:grpSpPr>
                  <a:xfrm>
                    <a:off x="6711384" y="4504653"/>
                    <a:ext cx="713232" cy="713232"/>
                    <a:chOff x="8948500" y="4888709"/>
                    <a:chExt cx="713232" cy="713232"/>
                  </a:xfrm>
                </p:grpSpPr>
                <p:sp>
                  <p:nvSpPr>
                    <p:cNvPr id="17" name="Shape 15">
                      <a:extLst>
                        <a:ext uri="{FF2B5EF4-FFF2-40B4-BE49-F238E27FC236}">
                          <a16:creationId xmlns:a16="http://schemas.microsoft.com/office/drawing/2014/main" id="{EC4103E4-7674-A32C-346C-45F50E3E22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ellipse">
                      <a:avLst/>
                    </a:prstGeom>
                    <a:solidFill>
                      <a:srgbClr val="1A1030">
                        <a:alpha val="85000"/>
                      </a:srgbClr>
                    </a:solidFill>
                    <a:ln w="19050">
                      <a:solidFill>
                        <a:srgbClr val="FFD93D"/>
                      </a:solidFill>
                      <a:prstDash val="solid"/>
                    </a:ln>
                  </p:spPr>
                </p:sp>
                <p:sp>
                  <p:nvSpPr>
                    <p:cNvPr id="18" name="Text 16">
                      <a:extLst>
                        <a:ext uri="{FF2B5EF4-FFF2-40B4-BE49-F238E27FC236}">
                          <a16:creationId xmlns:a16="http://schemas.microsoft.com/office/drawing/2014/main" id="{ED31E47C-F9B2-52CF-9E6C-A4E2A63F2C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800" dirty="0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92CA4BC5-6EE6-7B05-40FC-DE489316D43E}"/>
                      </a:ext>
                    </a:extLst>
                  </p:cNvPr>
                  <p:cNvGrpSpPr/>
                  <p:nvPr/>
                </p:nvGrpSpPr>
                <p:grpSpPr>
                  <a:xfrm>
                    <a:off x="7571176" y="4387424"/>
                    <a:ext cx="3744000" cy="994288"/>
                    <a:chOff x="9908620" y="4922274"/>
                    <a:chExt cx="3744000" cy="994288"/>
                  </a:xfrm>
                </p:grpSpPr>
                <p:sp>
                  <p:nvSpPr>
                    <p:cNvPr id="19" name="Text 17">
                      <a:extLst>
                        <a:ext uri="{FF2B5EF4-FFF2-40B4-BE49-F238E27FC236}">
                          <a16:creationId xmlns:a16="http://schemas.microsoft.com/office/drawing/2014/main" id="{869AB372-84F6-A9AE-D7D5-912917F331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4922274"/>
                      <a:ext cx="252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Cache-First</a:t>
                      </a:r>
                    </a:p>
                  </p:txBody>
                </p:sp>
                <p:sp>
                  <p:nvSpPr>
                    <p:cNvPr id="20" name="Text 18">
                      <a:extLst>
                        <a:ext uri="{FF2B5EF4-FFF2-40B4-BE49-F238E27FC236}">
                          <a16:creationId xmlns:a16="http://schemas.microsoft.com/office/drawing/2014/main" id="{F21D50C3-526A-A893-7040-446971DF70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5459362"/>
                      <a:ext cx="3744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Insights regenerate only once 7+ days stale, saving cost and time.</a:t>
                      </a: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26573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">
            <a:extLst>
              <a:ext uri="{FF2B5EF4-FFF2-40B4-BE49-F238E27FC236}">
                <a16:creationId xmlns:a16="http://schemas.microsoft.com/office/drawing/2014/main" id="{94EBB361-5FBE-1ED1-E515-94DECFC34B93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8A3EB3-CE05-5E9A-A7D6-823BF5F8CD2F}"/>
              </a:ext>
            </a:extLst>
          </p:cNvPr>
          <p:cNvGrpSpPr/>
          <p:nvPr/>
        </p:nvGrpSpPr>
        <p:grpSpPr>
          <a:xfrm>
            <a:off x="840000" y="1188720"/>
            <a:ext cx="10512000" cy="4480560"/>
            <a:chOff x="731520" y="932688"/>
            <a:chExt cx="10728655" cy="44805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4241E2E-99B9-BB65-9114-15E9E35B1528}"/>
                </a:ext>
              </a:extLst>
            </p:cNvPr>
            <p:cNvGrpSpPr/>
            <p:nvPr/>
          </p:nvGrpSpPr>
          <p:grpSpPr>
            <a:xfrm>
              <a:off x="731520" y="932688"/>
              <a:ext cx="10728655" cy="1371600"/>
              <a:chOff x="731520" y="548640"/>
              <a:chExt cx="10728655" cy="1371600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4632808" y="548640"/>
                <a:ext cx="292608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4C8DFF"/>
                </a:solidFill>
                <a:prstDash val="solid"/>
              </a:ln>
            </p:spPr>
          </p:sp>
          <p:sp>
            <p:nvSpPr>
              <p:cNvPr id="3" name="Text 1"/>
              <p:cNvSpPr/>
              <p:nvPr/>
            </p:nvSpPr>
            <p:spPr>
              <a:xfrm>
                <a:off x="4632808" y="548640"/>
                <a:ext cx="292608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UNDER THE HOOD</a:t>
                </a:r>
                <a:endParaRPr lang="en-US" sz="1250" dirty="0"/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731520" y="1097280"/>
                <a:ext cx="10728655" cy="822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3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Designed to </a:t>
                </a:r>
                <a:r>
                  <a:rPr lang="en-US" sz="3400" b="1" dirty="0">
                    <a:solidFill>
                      <a:srgbClr val="EC4899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Scale</a:t>
                </a:r>
                <a:endParaRPr lang="en-US" sz="3400" dirty="0"/>
              </a:p>
            </p:txBody>
          </p:sp>
        </p:grpSp>
        <p:sp>
          <p:nvSpPr>
            <p:cNvPr id="5" name="Text 3"/>
            <p:cNvSpPr/>
            <p:nvPr/>
          </p:nvSpPr>
          <p:spPr>
            <a:xfrm>
              <a:off x="731520" y="2468880"/>
              <a:ext cx="3576218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800" b="1" dirty="0">
                  <a:solidFill>
                    <a:srgbClr val="EC4899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60</a:t>
              </a:r>
              <a:endParaRPr lang="en-US" sz="6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97280" y="3703320"/>
              <a:ext cx="2844698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B4B4C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Days of behavior analyzed per insight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307738" y="2468880"/>
              <a:ext cx="3576218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800" b="1" dirty="0">
                  <a:solidFill>
                    <a:srgbClr val="9B5C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3x</a:t>
              </a:r>
              <a:endParaRPr lang="en-US" sz="6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673498" y="3703320"/>
              <a:ext cx="2844698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dirty="0">
                  <a:solidFill>
                    <a:srgbClr val="B4B4C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Retry attempts with exponential backoff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7883957" y="2468880"/>
              <a:ext cx="3576218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800" b="1" dirty="0">
                  <a:solidFill>
                    <a:srgbClr val="4C8D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18</a:t>
              </a:r>
              <a:endParaRPr lang="en-US" sz="6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249717" y="3703320"/>
              <a:ext cx="2844698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GB" sz="1600" dirty="0">
                  <a:solidFill>
                    <a:srgbClr val="B4B4C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response fields validated before storage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24248" y="5029200"/>
              <a:ext cx="2743200" cy="384048"/>
            </a:xfrm>
            <a:prstGeom prst="roundRect">
              <a:avLst>
                <a:gd name="adj" fmla="val 50000"/>
              </a:avLst>
            </a:prstGeom>
            <a:solidFill>
              <a:srgbClr val="1A1030">
                <a:alpha val="75000"/>
              </a:srgbClr>
            </a:solidFill>
            <a:ln w="15875">
              <a:solidFill>
                <a:srgbClr val="FF4D5E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724248" y="5029200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kern="0" spc="100" dirty="0">
                  <a:solidFill>
                    <a:srgbClr val="FF4D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🟢  REAL-TIME FIRESTORE SYNC</a:t>
              </a:r>
              <a:endParaRPr lang="en-US" sz="125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70C91-1744-EADB-A574-66D3667D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BD3D1175-452F-443C-7EE6-74E1B0D0D128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66948B-033F-F6F8-5487-11145C9E3E47}"/>
              </a:ext>
            </a:extLst>
          </p:cNvPr>
          <p:cNvGrpSpPr/>
          <p:nvPr/>
        </p:nvGrpSpPr>
        <p:grpSpPr>
          <a:xfrm>
            <a:off x="1317095" y="1258903"/>
            <a:ext cx="9557810" cy="4340194"/>
            <a:chOff x="1317095" y="1258903"/>
            <a:chExt cx="9557810" cy="434019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8FA1648-AB81-FD86-181E-C9ABCC94C91B}"/>
                </a:ext>
              </a:extLst>
            </p:cNvPr>
            <p:cNvGrpSpPr/>
            <p:nvPr/>
          </p:nvGrpSpPr>
          <p:grpSpPr>
            <a:xfrm>
              <a:off x="1317095" y="1258903"/>
              <a:ext cx="2304000" cy="384048"/>
              <a:chOff x="1209428" y="672084"/>
              <a:chExt cx="1645920" cy="384048"/>
            </a:xfrm>
          </p:grpSpPr>
          <p:sp>
            <p:nvSpPr>
              <p:cNvPr id="2" name="Shape 0">
                <a:extLst>
                  <a:ext uri="{FF2B5EF4-FFF2-40B4-BE49-F238E27FC236}">
                    <a16:creationId xmlns:a16="http://schemas.microsoft.com/office/drawing/2014/main" id="{EF32A7E9-D531-107C-C8A1-FFED53C4ADDD}"/>
                  </a:ext>
                </a:extLst>
              </p:cNvPr>
              <p:cNvSpPr/>
              <p:nvPr/>
            </p:nvSpPr>
            <p:spPr>
              <a:xfrm>
                <a:off x="1209428" y="672084"/>
                <a:ext cx="164592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4C8DFF"/>
                </a:solidFill>
                <a:prstDash val="solid"/>
              </a:ln>
            </p:spPr>
          </p:sp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663E73EA-095C-26DB-E346-68EBB6A45018}"/>
                  </a:ext>
                </a:extLst>
              </p:cNvPr>
              <p:cNvSpPr/>
              <p:nvPr/>
            </p:nvSpPr>
            <p:spPr>
              <a:xfrm>
                <a:off x="1209428" y="672084"/>
                <a:ext cx="164592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PERFORMANCE ANALYTICS</a:t>
                </a:r>
                <a:endParaRPr lang="en-US" sz="1250" dirty="0"/>
              </a:p>
            </p:txBody>
          </p:sp>
        </p:grp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E667131B-94C1-668C-0D24-F0A928AC943F}"/>
                </a:ext>
              </a:extLst>
            </p:cNvPr>
            <p:cNvSpPr/>
            <p:nvPr/>
          </p:nvSpPr>
          <p:spPr>
            <a:xfrm>
              <a:off x="1317095" y="1719853"/>
              <a:ext cx="91800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Transforming Study Data into </a:t>
              </a:r>
              <a:r>
                <a:rPr lang="en-US" sz="2600" b="1" dirty="0">
                  <a:solidFill>
                    <a:srgbClr val="9B5C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Actionable Insights</a:t>
              </a:r>
              <a:endParaRPr lang="en-US" sz="2600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DFA6920-F942-9F88-1EA6-35FB3E53A9D7}"/>
                </a:ext>
              </a:extLst>
            </p:cNvPr>
            <p:cNvGrpSpPr/>
            <p:nvPr/>
          </p:nvGrpSpPr>
          <p:grpSpPr>
            <a:xfrm>
              <a:off x="1317095" y="2879143"/>
              <a:ext cx="9557810" cy="2719954"/>
              <a:chOff x="1139306" y="2844199"/>
              <a:chExt cx="9557810" cy="271995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CA276B9-6EC4-967C-98E3-BC6A908D0C9E}"/>
                  </a:ext>
                </a:extLst>
              </p:cNvPr>
              <p:cNvGrpSpPr/>
              <p:nvPr/>
            </p:nvGrpSpPr>
            <p:grpSpPr>
              <a:xfrm>
                <a:off x="1139306" y="2844200"/>
                <a:ext cx="4387792" cy="2719953"/>
                <a:chOff x="1139306" y="2844200"/>
                <a:chExt cx="4387792" cy="2719953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76C42DA3-93A4-F907-22B0-0C547C4B9ED1}"/>
                    </a:ext>
                  </a:extLst>
                </p:cNvPr>
                <p:cNvGrpSpPr/>
                <p:nvPr/>
              </p:nvGrpSpPr>
              <p:grpSpPr>
                <a:xfrm>
                  <a:off x="1139306" y="2844200"/>
                  <a:ext cx="4387584" cy="992475"/>
                  <a:chOff x="1314174" y="2598516"/>
                  <a:chExt cx="4387584" cy="992475"/>
                </a:xfrm>
              </p:grpSpPr>
              <p:sp>
                <p:nvSpPr>
                  <p:cNvPr id="5" name="Shape 3">
                    <a:extLst>
                      <a:ext uri="{FF2B5EF4-FFF2-40B4-BE49-F238E27FC236}">
                        <a16:creationId xmlns:a16="http://schemas.microsoft.com/office/drawing/2014/main" id="{3E9A7635-A61F-D030-75EE-CB3F6ED9AC41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EC4899"/>
                    </a:solidFill>
                    <a:prstDash val="solid"/>
                  </a:ln>
                </p:spPr>
              </p:sp>
              <p:sp>
                <p:nvSpPr>
                  <p:cNvPr id="6" name="Text 4">
                    <a:extLst>
                      <a:ext uri="{FF2B5EF4-FFF2-40B4-BE49-F238E27FC236}">
                        <a16:creationId xmlns:a16="http://schemas.microsoft.com/office/drawing/2014/main" id="{BCD11D30-B00E-F565-9DC6-78204AD87E17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EC48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01</a:t>
                    </a:r>
                    <a:endParaRPr lang="en-US" sz="1800" dirty="0"/>
                  </a:p>
                </p:txBody>
              </p: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29476ED9-ED2B-CE5F-D371-5B4111E6DB79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5" y="2598516"/>
                    <a:ext cx="3527793" cy="992475"/>
                    <a:chOff x="9379627" y="5340509"/>
                    <a:chExt cx="3527793" cy="992475"/>
                  </a:xfrm>
                </p:grpSpPr>
                <p:sp>
                  <p:nvSpPr>
                    <p:cNvPr id="7" name="Text 5">
                      <a:extLst>
                        <a:ext uri="{FF2B5EF4-FFF2-40B4-BE49-F238E27FC236}">
                          <a16:creationId xmlns:a16="http://schemas.microsoft.com/office/drawing/2014/main" id="{F0D9E48F-F74D-BF46-3022-698F53644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7" y="5340509"/>
                      <a:ext cx="2232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 Analytics</a:t>
                      </a:r>
                      <a:endParaRPr lang="en-US" sz="2400" dirty="0"/>
                    </a:p>
                  </p:txBody>
                </p:sp>
                <p:sp>
                  <p:nvSpPr>
                    <p:cNvPr id="8" name="Text 6">
                      <a:extLst>
                        <a:ext uri="{FF2B5EF4-FFF2-40B4-BE49-F238E27FC236}">
                          <a16:creationId xmlns:a16="http://schemas.microsoft.com/office/drawing/2014/main" id="{773F91FB-34AA-783D-AEDC-E3F78C214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8" y="5875784"/>
                      <a:ext cx="3527792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heatmaps, subject intelligence, time-efficiency.</a:t>
                      </a:r>
                    </a:p>
                  </p:txBody>
                </p:sp>
              </p:grp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7A172A7D-B8C0-43D2-C9DE-4B4248DD2EEF}"/>
                    </a:ext>
                  </a:extLst>
                </p:cNvPr>
                <p:cNvGrpSpPr/>
                <p:nvPr/>
              </p:nvGrpSpPr>
              <p:grpSpPr>
                <a:xfrm>
                  <a:off x="1139306" y="4572037"/>
                  <a:ext cx="4387792" cy="992116"/>
                  <a:chOff x="1314174" y="4326353"/>
                  <a:chExt cx="4387792" cy="992116"/>
                </a:xfrm>
              </p:grpSpPr>
              <p:sp>
                <p:nvSpPr>
                  <p:cNvPr id="9" name="Shape 7">
                    <a:extLst>
                      <a:ext uri="{FF2B5EF4-FFF2-40B4-BE49-F238E27FC236}">
                        <a16:creationId xmlns:a16="http://schemas.microsoft.com/office/drawing/2014/main" id="{6321BB1C-07CA-B2DA-A14A-E53755C96395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9B5CF6"/>
                    </a:solidFill>
                    <a:prstDash val="solid"/>
                  </a:ln>
                </p:spPr>
              </p:sp>
              <p:sp>
                <p:nvSpPr>
                  <p:cNvPr id="10" name="Text 8">
                    <a:extLst>
                      <a:ext uri="{FF2B5EF4-FFF2-40B4-BE49-F238E27FC236}">
                        <a16:creationId xmlns:a16="http://schemas.microsoft.com/office/drawing/2014/main" id="{BAE4F2B6-F7AD-0FBF-011C-01073749B706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9B5CF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02</a:t>
                    </a:r>
                    <a:endParaRPr lang="en-US" sz="1800" dirty="0"/>
                  </a:p>
                </p:txBody>
              </p: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FBB03B38-F43B-03EB-B707-B51E2B32A317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6" y="4326353"/>
                    <a:ext cx="3528000" cy="992116"/>
                    <a:chOff x="5885994" y="5291629"/>
                    <a:chExt cx="3528000" cy="992116"/>
                  </a:xfrm>
                </p:grpSpPr>
                <p:sp>
                  <p:nvSpPr>
                    <p:cNvPr id="11" name="Text 9">
                      <a:extLst>
                        <a:ext uri="{FF2B5EF4-FFF2-40B4-BE49-F238E27FC236}">
                          <a16:creationId xmlns:a16="http://schemas.microsoft.com/office/drawing/2014/main" id="{A1A17707-D59E-B083-23F8-178AD8CA8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291629"/>
                      <a:ext cx="2556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Streaks &amp; Scores</a:t>
                      </a:r>
                    </a:p>
                  </p:txBody>
                </p:sp>
                <p:sp>
                  <p:nvSpPr>
                    <p:cNvPr id="12" name="Text 10">
                      <a:extLst>
                        <a:ext uri="{FF2B5EF4-FFF2-40B4-BE49-F238E27FC236}">
                          <a16:creationId xmlns:a16="http://schemas.microsoft.com/office/drawing/2014/main" id="{0CE4A090-990F-00F7-DDA3-2436C375AC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826545"/>
                      <a:ext cx="352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Focus, productivity, and efficiency from real session data.</a:t>
                      </a:r>
                    </a:p>
                  </p:txBody>
                </p:sp>
              </p:grpSp>
            </p:grp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64A59DF-E1BD-89D9-8FC4-FD4D076F7BF7}"/>
                  </a:ext>
                </a:extLst>
              </p:cNvPr>
              <p:cNvGrpSpPr/>
              <p:nvPr/>
            </p:nvGrpSpPr>
            <p:grpSpPr>
              <a:xfrm>
                <a:off x="6093324" y="2844199"/>
                <a:ext cx="4603792" cy="2707521"/>
                <a:chOff x="6536516" y="2844200"/>
                <a:chExt cx="4603792" cy="2783196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C688004D-AA15-8E75-99E0-1E234BF2B1C4}"/>
                    </a:ext>
                  </a:extLst>
                </p:cNvPr>
                <p:cNvGrpSpPr/>
                <p:nvPr/>
              </p:nvGrpSpPr>
              <p:grpSpPr>
                <a:xfrm>
                  <a:off x="6536516" y="2998608"/>
                  <a:ext cx="713232" cy="713232"/>
                  <a:chOff x="8948500" y="3864581"/>
                  <a:chExt cx="713232" cy="713232"/>
                </a:xfrm>
              </p:grpSpPr>
              <p:sp>
                <p:nvSpPr>
                  <p:cNvPr id="13" name="Shape 11">
                    <a:extLst>
                      <a:ext uri="{FF2B5EF4-FFF2-40B4-BE49-F238E27FC236}">
                        <a16:creationId xmlns:a16="http://schemas.microsoft.com/office/drawing/2014/main" id="{89A35D94-3A2E-39DF-4A82-7FEA60DCDBC4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4C8DFF"/>
                    </a:solidFill>
                    <a:prstDash val="solid"/>
                  </a:ln>
                </p:spPr>
              </p:sp>
              <p:sp>
                <p:nvSpPr>
                  <p:cNvPr id="14" name="Text 12">
                    <a:extLst>
                      <a:ext uri="{FF2B5EF4-FFF2-40B4-BE49-F238E27FC236}">
                        <a16:creationId xmlns:a16="http://schemas.microsoft.com/office/drawing/2014/main" id="{2DFA640B-E07D-1573-559F-97BD55F7C5EF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4C8D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03</a:t>
                    </a:r>
                    <a:endParaRPr lang="en-US" sz="1800" dirty="0"/>
                  </a:p>
                </p:txBody>
              </p:sp>
            </p:grp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69F14EBD-BD43-789F-0083-975F364EF7EC}"/>
                    </a:ext>
                  </a:extLst>
                </p:cNvPr>
                <p:cNvSpPr/>
                <p:nvPr/>
              </p:nvSpPr>
              <p:spPr>
                <a:xfrm>
                  <a:off x="7396308" y="2844200"/>
                  <a:ext cx="2952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Deep Learning Trends</a:t>
                  </a:r>
                </a:p>
              </p:txBody>
            </p:sp>
            <p:sp>
              <p:nvSpPr>
                <p:cNvPr id="16" name="Text 14">
                  <a:extLst>
                    <a:ext uri="{FF2B5EF4-FFF2-40B4-BE49-F238E27FC236}">
                      <a16:creationId xmlns:a16="http://schemas.microsoft.com/office/drawing/2014/main" id="{F83BFA4E-7FB9-05D2-575C-462622B0238E}"/>
                    </a:ext>
                  </a:extLst>
                </p:cNvPr>
                <p:cNvSpPr/>
                <p:nvPr/>
              </p:nvSpPr>
              <p:spPr>
                <a:xfrm>
                  <a:off x="7396307" y="3368326"/>
                  <a:ext cx="3744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Best study times, and productivity across session length.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5978D9DB-644A-F344-2495-4098FE88A7A8}"/>
                    </a:ext>
                  </a:extLst>
                </p:cNvPr>
                <p:cNvGrpSpPr/>
                <p:nvPr/>
              </p:nvGrpSpPr>
              <p:grpSpPr>
                <a:xfrm>
                  <a:off x="6536516" y="4633108"/>
                  <a:ext cx="4603792" cy="994288"/>
                  <a:chOff x="6711384" y="4387424"/>
                  <a:chExt cx="4603792" cy="994288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EC587160-6A0F-68A5-7070-FE4E7D9D5285}"/>
                      </a:ext>
                    </a:extLst>
                  </p:cNvPr>
                  <p:cNvGrpSpPr/>
                  <p:nvPr/>
                </p:nvGrpSpPr>
                <p:grpSpPr>
                  <a:xfrm>
                    <a:off x="6711384" y="4504653"/>
                    <a:ext cx="713232" cy="713232"/>
                    <a:chOff x="8948500" y="4888709"/>
                    <a:chExt cx="713232" cy="713232"/>
                  </a:xfrm>
                </p:grpSpPr>
                <p:sp>
                  <p:nvSpPr>
                    <p:cNvPr id="17" name="Shape 15">
                      <a:extLst>
                        <a:ext uri="{FF2B5EF4-FFF2-40B4-BE49-F238E27FC236}">
                          <a16:creationId xmlns:a16="http://schemas.microsoft.com/office/drawing/2014/main" id="{5E85F427-56FF-F5C6-8DA7-461085C5B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ellipse">
                      <a:avLst/>
                    </a:prstGeom>
                    <a:solidFill>
                      <a:srgbClr val="1A1030">
                        <a:alpha val="85000"/>
                      </a:srgbClr>
                    </a:solidFill>
                    <a:ln w="19050">
                      <a:solidFill>
                        <a:srgbClr val="FFD93D"/>
                      </a:solidFill>
                      <a:prstDash val="solid"/>
                    </a:ln>
                  </p:spPr>
                </p:sp>
                <p:sp>
                  <p:nvSpPr>
                    <p:cNvPr id="18" name="Text 16">
                      <a:extLst>
                        <a:ext uri="{FF2B5EF4-FFF2-40B4-BE49-F238E27FC236}">
                          <a16:creationId xmlns:a16="http://schemas.microsoft.com/office/drawing/2014/main" id="{8BF6CF58-BA08-C5A0-18C1-AC3A23A3D7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800" dirty="0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C498D6FA-35E4-69CD-E175-673DC40CDB3F}"/>
                      </a:ext>
                    </a:extLst>
                  </p:cNvPr>
                  <p:cNvGrpSpPr/>
                  <p:nvPr/>
                </p:nvGrpSpPr>
                <p:grpSpPr>
                  <a:xfrm>
                    <a:off x="7571176" y="4387424"/>
                    <a:ext cx="3744000" cy="994288"/>
                    <a:chOff x="9908620" y="4922274"/>
                    <a:chExt cx="3744000" cy="994288"/>
                  </a:xfrm>
                </p:grpSpPr>
                <p:sp>
                  <p:nvSpPr>
                    <p:cNvPr id="19" name="Text 17">
                      <a:extLst>
                        <a:ext uri="{FF2B5EF4-FFF2-40B4-BE49-F238E27FC236}">
                          <a16:creationId xmlns:a16="http://schemas.microsoft.com/office/drawing/2014/main" id="{B1BC3F37-C574-0185-CC09-89455E142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4922274"/>
                      <a:ext cx="252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Clarity</a:t>
                      </a:r>
                    </a:p>
                  </p:txBody>
                </p:sp>
                <p:sp>
                  <p:nvSpPr>
                    <p:cNvPr id="20" name="Text 18">
                      <a:extLst>
                        <a:ext uri="{FF2B5EF4-FFF2-40B4-BE49-F238E27FC236}">
                          <a16:creationId xmlns:a16="http://schemas.microsoft.com/office/drawing/2014/main" id="{0EFB7B9B-D2B9-30C7-5AD4-3077A6A2F9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5459362"/>
                      <a:ext cx="3744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Transparent, explainable messages — never a black box.</a:t>
                      </a: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5493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3A442-832E-237E-5B32-6CAB49A8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0472DE8B-29ED-04D0-E1D3-45BCF090B83D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51DB18-AFDF-FA37-4BB6-E8165B1C42B3}"/>
              </a:ext>
            </a:extLst>
          </p:cNvPr>
          <p:cNvGrpSpPr/>
          <p:nvPr/>
        </p:nvGrpSpPr>
        <p:grpSpPr>
          <a:xfrm>
            <a:off x="1317095" y="1258903"/>
            <a:ext cx="9557810" cy="4340194"/>
            <a:chOff x="1317095" y="1258903"/>
            <a:chExt cx="9557810" cy="434019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3CF092A-A6F1-75D3-5E71-D36D25AB1B00}"/>
                </a:ext>
              </a:extLst>
            </p:cNvPr>
            <p:cNvGrpSpPr/>
            <p:nvPr/>
          </p:nvGrpSpPr>
          <p:grpSpPr>
            <a:xfrm>
              <a:off x="1317095" y="1258903"/>
              <a:ext cx="2304000" cy="384048"/>
              <a:chOff x="1209428" y="672084"/>
              <a:chExt cx="1645920" cy="384048"/>
            </a:xfrm>
          </p:grpSpPr>
          <p:sp>
            <p:nvSpPr>
              <p:cNvPr id="2" name="Shape 0">
                <a:extLst>
                  <a:ext uri="{FF2B5EF4-FFF2-40B4-BE49-F238E27FC236}">
                    <a16:creationId xmlns:a16="http://schemas.microsoft.com/office/drawing/2014/main" id="{111C7418-A950-51E3-10B5-4E8D4BFE7114}"/>
                  </a:ext>
                </a:extLst>
              </p:cNvPr>
              <p:cNvSpPr/>
              <p:nvPr/>
            </p:nvSpPr>
            <p:spPr>
              <a:xfrm>
                <a:off x="1209428" y="672084"/>
                <a:ext cx="164592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4C8DFF"/>
                </a:solidFill>
                <a:prstDash val="solid"/>
              </a:ln>
            </p:spPr>
          </p:sp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89340564-076E-A768-5844-77FD4B69D9FE}"/>
                  </a:ext>
                </a:extLst>
              </p:cNvPr>
              <p:cNvSpPr/>
              <p:nvPr/>
            </p:nvSpPr>
            <p:spPr>
              <a:xfrm>
                <a:off x="1209428" y="672084"/>
                <a:ext cx="164592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SOCIAL FEATURES</a:t>
                </a:r>
              </a:p>
            </p:txBody>
          </p:sp>
        </p:grp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DA3AC87E-F699-9A8D-6479-405CB0FDAB76}"/>
                </a:ext>
              </a:extLst>
            </p:cNvPr>
            <p:cNvSpPr/>
            <p:nvPr/>
          </p:nvSpPr>
          <p:spPr>
            <a:xfrm>
              <a:off x="1317095" y="1719853"/>
              <a:ext cx="91800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Connecting Students </a:t>
              </a:r>
              <a:r>
                <a:rPr lang="en-US" sz="2800" b="1" dirty="0">
                  <a:solidFill>
                    <a:srgbClr val="9B5C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Beyond the Classroom</a:t>
              </a:r>
              <a:endParaRPr lang="en-US" sz="2800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4EC6F73-D82E-51C8-4494-058B847DCB2F}"/>
                </a:ext>
              </a:extLst>
            </p:cNvPr>
            <p:cNvGrpSpPr/>
            <p:nvPr/>
          </p:nvGrpSpPr>
          <p:grpSpPr>
            <a:xfrm>
              <a:off x="1317095" y="2879143"/>
              <a:ext cx="9557810" cy="2719954"/>
              <a:chOff x="1139306" y="2844199"/>
              <a:chExt cx="9557810" cy="271995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249CBDD-B5B1-64EA-447C-17770FC0E9B5}"/>
                  </a:ext>
                </a:extLst>
              </p:cNvPr>
              <p:cNvGrpSpPr/>
              <p:nvPr/>
            </p:nvGrpSpPr>
            <p:grpSpPr>
              <a:xfrm>
                <a:off x="1139306" y="2844200"/>
                <a:ext cx="4387792" cy="2719953"/>
                <a:chOff x="1139306" y="2844200"/>
                <a:chExt cx="4387792" cy="2719953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E8262EDE-694A-144F-E199-DE72DCCAA707}"/>
                    </a:ext>
                  </a:extLst>
                </p:cNvPr>
                <p:cNvGrpSpPr/>
                <p:nvPr/>
              </p:nvGrpSpPr>
              <p:grpSpPr>
                <a:xfrm>
                  <a:off x="1139306" y="2844200"/>
                  <a:ext cx="4387584" cy="992475"/>
                  <a:chOff x="1314174" y="2598516"/>
                  <a:chExt cx="4387584" cy="992475"/>
                </a:xfrm>
              </p:grpSpPr>
              <p:sp>
                <p:nvSpPr>
                  <p:cNvPr id="5" name="Shape 3">
                    <a:extLst>
                      <a:ext uri="{FF2B5EF4-FFF2-40B4-BE49-F238E27FC236}">
                        <a16:creationId xmlns:a16="http://schemas.microsoft.com/office/drawing/2014/main" id="{93738F57-34C5-724C-827A-179F446990A6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EC4899"/>
                    </a:solidFill>
                    <a:prstDash val="solid"/>
                  </a:ln>
                </p:spPr>
              </p:sp>
              <p:sp>
                <p:nvSpPr>
                  <p:cNvPr id="6" name="Text 4">
                    <a:extLst>
                      <a:ext uri="{FF2B5EF4-FFF2-40B4-BE49-F238E27FC236}">
                        <a16:creationId xmlns:a16="http://schemas.microsoft.com/office/drawing/2014/main" id="{FDF12195-F1A5-E856-112D-BDCC11CDAF4F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EC48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01</a:t>
                    </a:r>
                    <a:endParaRPr lang="en-US" sz="1800" dirty="0"/>
                  </a:p>
                </p:txBody>
              </p: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AB1DCE00-9EE6-C0B2-4925-49EEBCDB881E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5" y="2598516"/>
                    <a:ext cx="3527793" cy="992475"/>
                    <a:chOff x="9379627" y="5340509"/>
                    <a:chExt cx="3527793" cy="992475"/>
                  </a:xfrm>
                </p:grpSpPr>
                <p:sp>
                  <p:nvSpPr>
                    <p:cNvPr id="7" name="Text 5">
                      <a:extLst>
                        <a:ext uri="{FF2B5EF4-FFF2-40B4-BE49-F238E27FC236}">
                          <a16:creationId xmlns:a16="http://schemas.microsoft.com/office/drawing/2014/main" id="{85BB28F2-674F-3261-FF8B-470AC9DD3F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7" y="5340509"/>
                      <a:ext cx="316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Friend Discovery</a:t>
                      </a:r>
                    </a:p>
                  </p:txBody>
                </p:sp>
                <p:sp>
                  <p:nvSpPr>
                    <p:cNvPr id="8" name="Text 6">
                      <a:extLst>
                        <a:ext uri="{FF2B5EF4-FFF2-40B4-BE49-F238E27FC236}">
                          <a16:creationId xmlns:a16="http://schemas.microsoft.com/office/drawing/2014/main" id="{142B2677-89BB-AA31-3C9D-8CBB0F2E22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8" y="5875784"/>
                      <a:ext cx="3527792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by mutual friends, major, and study level.</a:t>
                      </a:r>
                    </a:p>
                  </p:txBody>
                </p:sp>
              </p:grp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5CF6767C-1A49-B422-F1A9-81888A3145B8}"/>
                    </a:ext>
                  </a:extLst>
                </p:cNvPr>
                <p:cNvGrpSpPr/>
                <p:nvPr/>
              </p:nvGrpSpPr>
              <p:grpSpPr>
                <a:xfrm>
                  <a:off x="1139306" y="4572037"/>
                  <a:ext cx="4387792" cy="992116"/>
                  <a:chOff x="1314174" y="4326353"/>
                  <a:chExt cx="4387792" cy="992116"/>
                </a:xfrm>
              </p:grpSpPr>
              <p:sp>
                <p:nvSpPr>
                  <p:cNvPr id="9" name="Shape 7">
                    <a:extLst>
                      <a:ext uri="{FF2B5EF4-FFF2-40B4-BE49-F238E27FC236}">
                        <a16:creationId xmlns:a16="http://schemas.microsoft.com/office/drawing/2014/main" id="{DC0D662F-AB3F-C4C2-01D6-355124B702EE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9B5CF6"/>
                    </a:solidFill>
                    <a:prstDash val="solid"/>
                  </a:ln>
                </p:spPr>
              </p:sp>
              <p:sp>
                <p:nvSpPr>
                  <p:cNvPr id="10" name="Text 8">
                    <a:extLst>
                      <a:ext uri="{FF2B5EF4-FFF2-40B4-BE49-F238E27FC236}">
                        <a16:creationId xmlns:a16="http://schemas.microsoft.com/office/drawing/2014/main" id="{2375655A-018A-4433-3ADD-DDB81C13CD12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9B5CF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02</a:t>
                    </a:r>
                    <a:endParaRPr lang="en-US" sz="1800" dirty="0"/>
                  </a:p>
                </p:txBody>
              </p: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FAC94BD3-CC66-AA2F-CC2B-B44EF542CA3F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6" y="4326353"/>
                    <a:ext cx="3528000" cy="992116"/>
                    <a:chOff x="5885994" y="5291629"/>
                    <a:chExt cx="3528000" cy="992116"/>
                  </a:xfrm>
                </p:grpSpPr>
                <p:sp>
                  <p:nvSpPr>
                    <p:cNvPr id="11" name="Text 9">
                      <a:extLst>
                        <a:ext uri="{FF2B5EF4-FFF2-40B4-BE49-F238E27FC236}">
                          <a16:creationId xmlns:a16="http://schemas.microsoft.com/office/drawing/2014/main" id="{E5DCEE80-3ECB-4526-D9FC-FF9A507EF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291629"/>
                      <a:ext cx="288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Messaging</a:t>
                      </a:r>
                    </a:p>
                  </p:txBody>
                </p:sp>
                <p:sp>
                  <p:nvSpPr>
                    <p:cNvPr id="12" name="Text 10">
                      <a:extLst>
                        <a:ext uri="{FF2B5EF4-FFF2-40B4-BE49-F238E27FC236}">
                          <a16:creationId xmlns:a16="http://schemas.microsoft.com/office/drawing/2014/main" id="{F1A72650-E105-2F65-B9B3-71AE8FA444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826545"/>
                      <a:ext cx="352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conversations between connected friends.</a:t>
                      </a:r>
                    </a:p>
                  </p:txBody>
                </p:sp>
              </p:grpSp>
            </p:grp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134F879-11D6-BD58-761B-DC5559850A0E}"/>
                  </a:ext>
                </a:extLst>
              </p:cNvPr>
              <p:cNvGrpSpPr/>
              <p:nvPr/>
            </p:nvGrpSpPr>
            <p:grpSpPr>
              <a:xfrm>
                <a:off x="6093324" y="2844199"/>
                <a:ext cx="4603792" cy="2707521"/>
                <a:chOff x="6536516" y="2844200"/>
                <a:chExt cx="4603792" cy="2783196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FA449101-5A1F-6995-14CD-7FBD71D5EB96}"/>
                    </a:ext>
                  </a:extLst>
                </p:cNvPr>
                <p:cNvGrpSpPr/>
                <p:nvPr/>
              </p:nvGrpSpPr>
              <p:grpSpPr>
                <a:xfrm>
                  <a:off x="6536516" y="2998608"/>
                  <a:ext cx="713232" cy="713232"/>
                  <a:chOff x="8948500" y="3864581"/>
                  <a:chExt cx="713232" cy="713232"/>
                </a:xfrm>
              </p:grpSpPr>
              <p:sp>
                <p:nvSpPr>
                  <p:cNvPr id="13" name="Shape 11">
                    <a:extLst>
                      <a:ext uri="{FF2B5EF4-FFF2-40B4-BE49-F238E27FC236}">
                        <a16:creationId xmlns:a16="http://schemas.microsoft.com/office/drawing/2014/main" id="{4192D6F9-F0BF-1C6A-C132-295C0A79BA0C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4C8DFF"/>
                    </a:solidFill>
                    <a:prstDash val="solid"/>
                  </a:ln>
                </p:spPr>
              </p:sp>
              <p:sp>
                <p:nvSpPr>
                  <p:cNvPr id="14" name="Text 12">
                    <a:extLst>
                      <a:ext uri="{FF2B5EF4-FFF2-40B4-BE49-F238E27FC236}">
                        <a16:creationId xmlns:a16="http://schemas.microsoft.com/office/drawing/2014/main" id="{A4094594-0C2D-FAE9-55B7-DA151FB4B91B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4C8D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03</a:t>
                    </a:r>
                    <a:endParaRPr lang="en-US" sz="1800" dirty="0"/>
                  </a:p>
                </p:txBody>
              </p:sp>
            </p:grp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EBDC50F2-80C8-DD92-FA22-3D40564FB13F}"/>
                    </a:ext>
                  </a:extLst>
                </p:cNvPr>
                <p:cNvSpPr/>
                <p:nvPr/>
              </p:nvSpPr>
              <p:spPr>
                <a:xfrm>
                  <a:off x="7396308" y="2844200"/>
                  <a:ext cx="2952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Weekly Leaderboard</a:t>
                  </a:r>
                </a:p>
              </p:txBody>
            </p:sp>
            <p:sp>
              <p:nvSpPr>
                <p:cNvPr id="16" name="Text 14">
                  <a:extLst>
                    <a:ext uri="{FF2B5EF4-FFF2-40B4-BE49-F238E27FC236}">
                      <a16:creationId xmlns:a16="http://schemas.microsoft.com/office/drawing/2014/main" id="{C9067552-7C64-BC90-80FA-0760DF823B7D}"/>
                    </a:ext>
                  </a:extLst>
                </p:cNvPr>
                <p:cNvSpPr/>
                <p:nvPr/>
              </p:nvSpPr>
              <p:spPr>
                <a:xfrm>
                  <a:off x="7396308" y="3366220"/>
                  <a:ext cx="3744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Ranked by weekly study minutes, refreshed every Monday.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421111A1-92D5-B7A3-2845-648A76FC761F}"/>
                    </a:ext>
                  </a:extLst>
                </p:cNvPr>
                <p:cNvGrpSpPr/>
                <p:nvPr/>
              </p:nvGrpSpPr>
              <p:grpSpPr>
                <a:xfrm>
                  <a:off x="6536516" y="4633108"/>
                  <a:ext cx="4603792" cy="994288"/>
                  <a:chOff x="6711384" y="4387424"/>
                  <a:chExt cx="4603792" cy="994288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64DD8CE2-C3EF-77C5-C858-1A4DF694B41A}"/>
                      </a:ext>
                    </a:extLst>
                  </p:cNvPr>
                  <p:cNvGrpSpPr/>
                  <p:nvPr/>
                </p:nvGrpSpPr>
                <p:grpSpPr>
                  <a:xfrm>
                    <a:off x="6711384" y="4504653"/>
                    <a:ext cx="713232" cy="713232"/>
                    <a:chOff x="8948500" y="4888709"/>
                    <a:chExt cx="713232" cy="713232"/>
                  </a:xfrm>
                </p:grpSpPr>
                <p:sp>
                  <p:nvSpPr>
                    <p:cNvPr id="17" name="Shape 15">
                      <a:extLst>
                        <a:ext uri="{FF2B5EF4-FFF2-40B4-BE49-F238E27FC236}">
                          <a16:creationId xmlns:a16="http://schemas.microsoft.com/office/drawing/2014/main" id="{E6382156-3B8E-E710-C813-6C22D40E01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ellipse">
                      <a:avLst/>
                    </a:prstGeom>
                    <a:solidFill>
                      <a:srgbClr val="1A1030">
                        <a:alpha val="85000"/>
                      </a:srgbClr>
                    </a:solidFill>
                    <a:ln w="19050">
                      <a:solidFill>
                        <a:srgbClr val="FFD93D"/>
                      </a:solidFill>
                      <a:prstDash val="solid"/>
                    </a:ln>
                  </p:spPr>
                </p:sp>
                <p:sp>
                  <p:nvSpPr>
                    <p:cNvPr id="18" name="Text 16">
                      <a:extLst>
                        <a:ext uri="{FF2B5EF4-FFF2-40B4-BE49-F238E27FC236}">
                          <a16:creationId xmlns:a16="http://schemas.microsoft.com/office/drawing/2014/main" id="{5A155153-A30E-6315-5D5F-D49A8BEC19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800" dirty="0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7959936C-3033-90A0-EE6A-84216282BA10}"/>
                      </a:ext>
                    </a:extLst>
                  </p:cNvPr>
                  <p:cNvGrpSpPr/>
                  <p:nvPr/>
                </p:nvGrpSpPr>
                <p:grpSpPr>
                  <a:xfrm>
                    <a:off x="7571176" y="4387424"/>
                    <a:ext cx="3744000" cy="994288"/>
                    <a:chOff x="9908620" y="4922274"/>
                    <a:chExt cx="3744000" cy="994288"/>
                  </a:xfrm>
                </p:grpSpPr>
                <p:sp>
                  <p:nvSpPr>
                    <p:cNvPr id="19" name="Text 17">
                      <a:extLst>
                        <a:ext uri="{FF2B5EF4-FFF2-40B4-BE49-F238E27FC236}">
                          <a16:creationId xmlns:a16="http://schemas.microsoft.com/office/drawing/2014/main" id="{0CE00F70-E77B-253F-DEBE-070122333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4922274"/>
                      <a:ext cx="252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Streaks &amp; Avatars</a:t>
                      </a:r>
                    </a:p>
                  </p:txBody>
                </p:sp>
                <p:sp>
                  <p:nvSpPr>
                    <p:cNvPr id="20" name="Text 18">
                      <a:extLst>
                        <a:ext uri="{FF2B5EF4-FFF2-40B4-BE49-F238E27FC236}">
                          <a16:creationId xmlns:a16="http://schemas.microsoft.com/office/drawing/2014/main" id="{8B573B07-E5AC-C6CE-3019-30E2BB1EDE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5459362"/>
                      <a:ext cx="3744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 mechanics that reward consistency.</a:t>
                      </a: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83117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4D5AA-1FB1-35CA-4442-17BFCD7C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91B5C70F-0BE5-0CF3-2B6D-164A47028FCC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D7D5FF-EA8F-8B1C-7FA6-044587281141}"/>
              </a:ext>
            </a:extLst>
          </p:cNvPr>
          <p:cNvGrpSpPr/>
          <p:nvPr/>
        </p:nvGrpSpPr>
        <p:grpSpPr>
          <a:xfrm>
            <a:off x="1317095" y="1258903"/>
            <a:ext cx="9593810" cy="4340194"/>
            <a:chOff x="1317095" y="1258903"/>
            <a:chExt cx="9593810" cy="434019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AD959D4-180F-79DD-8479-095F6C0DE48B}"/>
                </a:ext>
              </a:extLst>
            </p:cNvPr>
            <p:cNvGrpSpPr/>
            <p:nvPr/>
          </p:nvGrpSpPr>
          <p:grpSpPr>
            <a:xfrm>
              <a:off x="1317095" y="1258903"/>
              <a:ext cx="2304000" cy="384048"/>
              <a:chOff x="1209428" y="672084"/>
              <a:chExt cx="1645920" cy="384048"/>
            </a:xfrm>
          </p:grpSpPr>
          <p:sp>
            <p:nvSpPr>
              <p:cNvPr id="2" name="Shape 0">
                <a:extLst>
                  <a:ext uri="{FF2B5EF4-FFF2-40B4-BE49-F238E27FC236}">
                    <a16:creationId xmlns:a16="http://schemas.microsoft.com/office/drawing/2014/main" id="{FA21D674-ABD6-561F-1F5B-AE0F8B654564}"/>
                  </a:ext>
                </a:extLst>
              </p:cNvPr>
              <p:cNvSpPr/>
              <p:nvPr/>
            </p:nvSpPr>
            <p:spPr>
              <a:xfrm>
                <a:off x="1209428" y="672084"/>
                <a:ext cx="164592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4C8DFF"/>
                </a:solidFill>
                <a:prstDash val="solid"/>
              </a:ln>
            </p:spPr>
          </p:sp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C318FA7B-0139-84FC-0F0A-A1CE8BE00CDD}"/>
                  </a:ext>
                </a:extLst>
              </p:cNvPr>
              <p:cNvSpPr/>
              <p:nvPr/>
            </p:nvSpPr>
            <p:spPr>
              <a:xfrm>
                <a:off x="1209428" y="672084"/>
                <a:ext cx="164592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4C8D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DAILY LOOP</a:t>
                </a:r>
              </a:p>
            </p:txBody>
          </p:sp>
        </p:grp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C5F13B38-82E8-BA5D-842F-9482BFFCCA72}"/>
                </a:ext>
              </a:extLst>
            </p:cNvPr>
            <p:cNvSpPr/>
            <p:nvPr/>
          </p:nvSpPr>
          <p:spPr>
            <a:xfrm>
              <a:off x="1317095" y="1719853"/>
              <a:ext cx="91800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4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From Planning to </a:t>
              </a:r>
              <a:r>
                <a:rPr lang="en-US" sz="4000" b="1" dirty="0">
                  <a:solidFill>
                    <a:srgbClr val="9B5C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Productivity</a:t>
              </a:r>
              <a:endParaRPr lang="en-US" sz="4000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84B72E5-AA8D-E3E5-E3F4-8A3E446B1A0D}"/>
                </a:ext>
              </a:extLst>
            </p:cNvPr>
            <p:cNvGrpSpPr/>
            <p:nvPr/>
          </p:nvGrpSpPr>
          <p:grpSpPr>
            <a:xfrm>
              <a:off x="1317095" y="2879143"/>
              <a:ext cx="9593810" cy="2719954"/>
              <a:chOff x="1139306" y="2844199"/>
              <a:chExt cx="9593810" cy="271995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7B2A9CE-5F65-D409-264F-430F9EEB747F}"/>
                  </a:ext>
                </a:extLst>
              </p:cNvPr>
              <p:cNvGrpSpPr/>
              <p:nvPr/>
            </p:nvGrpSpPr>
            <p:grpSpPr>
              <a:xfrm>
                <a:off x="1139306" y="2844200"/>
                <a:ext cx="4387792" cy="2719953"/>
                <a:chOff x="1139306" y="2844200"/>
                <a:chExt cx="4387792" cy="2719953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16606974-3D1C-84AC-B01E-C278886B692E}"/>
                    </a:ext>
                  </a:extLst>
                </p:cNvPr>
                <p:cNvGrpSpPr/>
                <p:nvPr/>
              </p:nvGrpSpPr>
              <p:grpSpPr>
                <a:xfrm>
                  <a:off x="1139306" y="2844200"/>
                  <a:ext cx="4387584" cy="992475"/>
                  <a:chOff x="1314174" y="2598516"/>
                  <a:chExt cx="4387584" cy="992475"/>
                </a:xfrm>
              </p:grpSpPr>
              <p:sp>
                <p:nvSpPr>
                  <p:cNvPr id="5" name="Shape 3">
                    <a:extLst>
                      <a:ext uri="{FF2B5EF4-FFF2-40B4-BE49-F238E27FC236}">
                        <a16:creationId xmlns:a16="http://schemas.microsoft.com/office/drawing/2014/main" id="{B18C57A4-0835-ED75-FD99-631BA806D6F2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EC4899"/>
                    </a:solidFill>
                    <a:prstDash val="solid"/>
                  </a:ln>
                </p:spPr>
              </p:sp>
              <p:sp>
                <p:nvSpPr>
                  <p:cNvPr id="6" name="Text 4">
                    <a:extLst>
                      <a:ext uri="{FF2B5EF4-FFF2-40B4-BE49-F238E27FC236}">
                        <a16:creationId xmlns:a16="http://schemas.microsoft.com/office/drawing/2014/main" id="{B4DD2913-3081-9ECF-BE98-AA430AEA9B54}"/>
                      </a:ext>
                    </a:extLst>
                  </p:cNvPr>
                  <p:cNvSpPr/>
                  <p:nvPr/>
                </p:nvSpPr>
                <p:spPr>
                  <a:xfrm>
                    <a:off x="1314174" y="2752924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EC48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01</a:t>
                    </a:r>
                    <a:endParaRPr lang="en-US" sz="1800" dirty="0"/>
                  </a:p>
                </p:txBody>
              </p: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91E02F4B-1556-2C2C-AED1-7BF9E6ABF901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5" y="2598516"/>
                    <a:ext cx="3527793" cy="992475"/>
                    <a:chOff x="9379627" y="5340509"/>
                    <a:chExt cx="3527793" cy="992475"/>
                  </a:xfrm>
                </p:grpSpPr>
                <p:sp>
                  <p:nvSpPr>
                    <p:cNvPr id="7" name="Text 5">
                      <a:extLst>
                        <a:ext uri="{FF2B5EF4-FFF2-40B4-BE49-F238E27FC236}">
                          <a16:creationId xmlns:a16="http://schemas.microsoft.com/office/drawing/2014/main" id="{70EF2317-04A2-A5E6-A3B4-CF5EACEC1D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7" y="5340509"/>
                      <a:ext cx="316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Planner</a:t>
                      </a:r>
                    </a:p>
                  </p:txBody>
                </p:sp>
                <p:sp>
                  <p:nvSpPr>
                    <p:cNvPr id="8" name="Text 6">
                      <a:extLst>
                        <a:ext uri="{FF2B5EF4-FFF2-40B4-BE49-F238E27FC236}">
                          <a16:creationId xmlns:a16="http://schemas.microsoft.com/office/drawing/2014/main" id="{EA3ADE79-6695-F63B-08F9-B1DCF931E5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628" y="5875784"/>
                      <a:ext cx="3527792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Day, Week &amp; Month, manual or AI-generated.</a:t>
                      </a:r>
                    </a:p>
                  </p:txBody>
                </p:sp>
              </p:grp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EB465C69-93AD-9D73-3D57-036066DD027B}"/>
                    </a:ext>
                  </a:extLst>
                </p:cNvPr>
                <p:cNvGrpSpPr/>
                <p:nvPr/>
              </p:nvGrpSpPr>
              <p:grpSpPr>
                <a:xfrm>
                  <a:off x="1139306" y="4572037"/>
                  <a:ext cx="4387792" cy="992116"/>
                  <a:chOff x="1314174" y="4326353"/>
                  <a:chExt cx="4387792" cy="992116"/>
                </a:xfrm>
              </p:grpSpPr>
              <p:sp>
                <p:nvSpPr>
                  <p:cNvPr id="9" name="Shape 7">
                    <a:extLst>
                      <a:ext uri="{FF2B5EF4-FFF2-40B4-BE49-F238E27FC236}">
                        <a16:creationId xmlns:a16="http://schemas.microsoft.com/office/drawing/2014/main" id="{27D6ACB3-AA71-FBA7-4367-9C60A26DB0AE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9B5CF6"/>
                    </a:solidFill>
                    <a:prstDash val="solid"/>
                  </a:ln>
                </p:spPr>
              </p:sp>
              <p:sp>
                <p:nvSpPr>
                  <p:cNvPr id="10" name="Text 8">
                    <a:extLst>
                      <a:ext uri="{FF2B5EF4-FFF2-40B4-BE49-F238E27FC236}">
                        <a16:creationId xmlns:a16="http://schemas.microsoft.com/office/drawing/2014/main" id="{6A96E3C0-6915-FF60-AC02-BC56E53FAD7C}"/>
                      </a:ext>
                    </a:extLst>
                  </p:cNvPr>
                  <p:cNvSpPr/>
                  <p:nvPr/>
                </p:nvSpPr>
                <p:spPr>
                  <a:xfrm>
                    <a:off x="1314174" y="4504653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9B5CF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02</a:t>
                    </a:r>
                    <a:endParaRPr lang="en-US" sz="1800" dirty="0"/>
                  </a:p>
                </p:txBody>
              </p: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48AAB2DE-E25A-B872-588C-91A5A28643D3}"/>
                      </a:ext>
                    </a:extLst>
                  </p:cNvPr>
                  <p:cNvGrpSpPr/>
                  <p:nvPr/>
                </p:nvGrpSpPr>
                <p:grpSpPr>
                  <a:xfrm>
                    <a:off x="2173966" y="4326353"/>
                    <a:ext cx="3528000" cy="992116"/>
                    <a:chOff x="5885994" y="5291629"/>
                    <a:chExt cx="3528000" cy="992116"/>
                  </a:xfrm>
                </p:grpSpPr>
                <p:sp>
                  <p:nvSpPr>
                    <p:cNvPr id="11" name="Text 9">
                      <a:extLst>
                        <a:ext uri="{FF2B5EF4-FFF2-40B4-BE49-F238E27FC236}">
                          <a16:creationId xmlns:a16="http://schemas.microsoft.com/office/drawing/2014/main" id="{B9ABAECF-6E6C-8877-1FC8-25B2B9BAA5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291629"/>
                      <a:ext cx="324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Conflict-Free Scheduling</a:t>
                      </a:r>
                      <a:endParaRPr lang="en-US" sz="2400" dirty="0"/>
                    </a:p>
                  </p:txBody>
                </p:sp>
                <p:sp>
                  <p:nvSpPr>
                    <p:cNvPr id="12" name="Text 10">
                      <a:extLst>
                        <a:ext uri="{FF2B5EF4-FFF2-40B4-BE49-F238E27FC236}">
                          <a16:creationId xmlns:a16="http://schemas.microsoft.com/office/drawing/2014/main" id="{EDE5F743-8FDE-E7FA-17F9-8E9E4C4AA5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5994" y="5826545"/>
                      <a:ext cx="3528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 validation runs before every save.</a:t>
                      </a:r>
                    </a:p>
                  </p:txBody>
                </p:sp>
              </p:grpSp>
            </p:grp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57BA9DB2-869C-7B7E-B5CB-D1D640A4E93B}"/>
                  </a:ext>
                </a:extLst>
              </p:cNvPr>
              <p:cNvGrpSpPr/>
              <p:nvPr/>
            </p:nvGrpSpPr>
            <p:grpSpPr>
              <a:xfrm>
                <a:off x="6093324" y="2844199"/>
                <a:ext cx="4639792" cy="2707521"/>
                <a:chOff x="6536516" y="2844200"/>
                <a:chExt cx="4639792" cy="2783196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658F71CF-E107-5CB2-5951-BA413D79034B}"/>
                    </a:ext>
                  </a:extLst>
                </p:cNvPr>
                <p:cNvGrpSpPr/>
                <p:nvPr/>
              </p:nvGrpSpPr>
              <p:grpSpPr>
                <a:xfrm>
                  <a:off x="6536516" y="2998608"/>
                  <a:ext cx="713232" cy="713232"/>
                  <a:chOff x="8948500" y="3864581"/>
                  <a:chExt cx="713232" cy="713232"/>
                </a:xfrm>
              </p:grpSpPr>
              <p:sp>
                <p:nvSpPr>
                  <p:cNvPr id="13" name="Shape 11">
                    <a:extLst>
                      <a:ext uri="{FF2B5EF4-FFF2-40B4-BE49-F238E27FC236}">
                        <a16:creationId xmlns:a16="http://schemas.microsoft.com/office/drawing/2014/main" id="{17F26861-06E7-3AE3-ACF8-1CC2AF99AAD2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ellipse">
                    <a:avLst/>
                  </a:prstGeom>
                  <a:solidFill>
                    <a:srgbClr val="1A1030">
                      <a:alpha val="85000"/>
                    </a:srgbClr>
                  </a:solidFill>
                  <a:ln w="19050">
                    <a:solidFill>
                      <a:srgbClr val="4C8DFF"/>
                    </a:solidFill>
                    <a:prstDash val="solid"/>
                  </a:ln>
                </p:spPr>
              </p:sp>
              <p:sp>
                <p:nvSpPr>
                  <p:cNvPr id="14" name="Text 12">
                    <a:extLst>
                      <a:ext uri="{FF2B5EF4-FFF2-40B4-BE49-F238E27FC236}">
                        <a16:creationId xmlns:a16="http://schemas.microsoft.com/office/drawing/2014/main" id="{0500FE65-9244-F4AA-6226-95264D026D3B}"/>
                      </a:ext>
                    </a:extLst>
                  </p:cNvPr>
                  <p:cNvSpPr/>
                  <p:nvPr/>
                </p:nvSpPr>
                <p:spPr>
                  <a:xfrm>
                    <a:off x="8948500" y="3864581"/>
                    <a:ext cx="713232" cy="7132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 algn="ctr">
                      <a:buNone/>
                    </a:pPr>
                    <a:r>
                      <a:rPr lang="en-US" sz="1800" b="1" dirty="0">
                        <a:solidFill>
                          <a:srgbClr val="4C8D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03</a:t>
                    </a:r>
                    <a:endParaRPr lang="en-US" sz="1800" dirty="0"/>
                  </a:p>
                </p:txBody>
              </p:sp>
            </p:grp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A79F8792-C391-337B-DB82-6DD73AA69786}"/>
                    </a:ext>
                  </a:extLst>
                </p:cNvPr>
                <p:cNvSpPr/>
                <p:nvPr/>
              </p:nvSpPr>
              <p:spPr>
                <a:xfrm>
                  <a:off x="7396308" y="2844200"/>
                  <a:ext cx="3780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Pomodoro &amp; Manual Timers</a:t>
                  </a:r>
                </a:p>
              </p:txBody>
            </p:sp>
            <p:sp>
              <p:nvSpPr>
                <p:cNvPr id="16" name="Text 14">
                  <a:extLst>
                    <a:ext uri="{FF2B5EF4-FFF2-40B4-BE49-F238E27FC236}">
                      <a16:creationId xmlns:a16="http://schemas.microsoft.com/office/drawing/2014/main" id="{A4714620-21F5-114A-118D-7F4D1B41EDDB}"/>
                    </a:ext>
                  </a:extLst>
                </p:cNvPr>
                <p:cNvSpPr/>
                <p:nvPr/>
              </p:nvSpPr>
              <p:spPr>
                <a:xfrm>
                  <a:off x="7396307" y="3368326"/>
                  <a:ext cx="3744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Automatic break tracking built into every session.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CA39EA6E-A9E2-2CBE-3DE1-7CF03C4DC9B5}"/>
                    </a:ext>
                  </a:extLst>
                </p:cNvPr>
                <p:cNvGrpSpPr/>
                <p:nvPr/>
              </p:nvGrpSpPr>
              <p:grpSpPr>
                <a:xfrm>
                  <a:off x="6536516" y="4633108"/>
                  <a:ext cx="4603792" cy="994288"/>
                  <a:chOff x="6711384" y="4387424"/>
                  <a:chExt cx="4603792" cy="994288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CF89200F-8264-63B4-D3F9-B20917DACCD0}"/>
                      </a:ext>
                    </a:extLst>
                  </p:cNvPr>
                  <p:cNvGrpSpPr/>
                  <p:nvPr/>
                </p:nvGrpSpPr>
                <p:grpSpPr>
                  <a:xfrm>
                    <a:off x="6711384" y="4504653"/>
                    <a:ext cx="713232" cy="713232"/>
                    <a:chOff x="8948500" y="4888709"/>
                    <a:chExt cx="713232" cy="713232"/>
                  </a:xfrm>
                </p:grpSpPr>
                <p:sp>
                  <p:nvSpPr>
                    <p:cNvPr id="17" name="Shape 15">
                      <a:extLst>
                        <a:ext uri="{FF2B5EF4-FFF2-40B4-BE49-F238E27FC236}">
                          <a16:creationId xmlns:a16="http://schemas.microsoft.com/office/drawing/2014/main" id="{E3B5C933-8988-85D8-D29A-8C3788521C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ellipse">
                      <a:avLst/>
                    </a:prstGeom>
                    <a:solidFill>
                      <a:srgbClr val="1A1030">
                        <a:alpha val="85000"/>
                      </a:srgbClr>
                    </a:solidFill>
                    <a:ln w="19050">
                      <a:solidFill>
                        <a:srgbClr val="FFD93D"/>
                      </a:solidFill>
                      <a:prstDash val="solid"/>
                    </a:ln>
                  </p:spPr>
                </p:sp>
                <p:sp>
                  <p:nvSpPr>
                    <p:cNvPr id="18" name="Text 16">
                      <a:extLst>
                        <a:ext uri="{FF2B5EF4-FFF2-40B4-BE49-F238E27FC236}">
                          <a16:creationId xmlns:a16="http://schemas.microsoft.com/office/drawing/2014/main" id="{16ADF4A0-D84F-AF7A-EE76-BDF3AA3BA7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500" y="4888709"/>
                      <a:ext cx="713232" cy="7132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800" dirty="0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5B5872CF-6B5C-7B53-003C-8A725301D1D5}"/>
                      </a:ext>
                    </a:extLst>
                  </p:cNvPr>
                  <p:cNvGrpSpPr/>
                  <p:nvPr/>
                </p:nvGrpSpPr>
                <p:grpSpPr>
                  <a:xfrm>
                    <a:off x="7571176" y="4387424"/>
                    <a:ext cx="3744000" cy="994288"/>
                    <a:chOff x="9908620" y="4922274"/>
                    <a:chExt cx="3744000" cy="994288"/>
                  </a:xfrm>
                </p:grpSpPr>
                <p:sp>
                  <p:nvSpPr>
                    <p:cNvPr id="19" name="Text 17">
                      <a:extLst>
                        <a:ext uri="{FF2B5EF4-FFF2-40B4-BE49-F238E27FC236}">
                          <a16:creationId xmlns:a16="http://schemas.microsoft.com/office/drawing/2014/main" id="{AF3B13FC-7CFC-0B64-D7E6-8378E093EA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4922274"/>
                      <a:ext cx="2520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 &amp; Export</a:t>
                      </a:r>
                    </a:p>
                  </p:txBody>
                </p:sp>
                <p:sp>
                  <p:nvSpPr>
                    <p:cNvPr id="20" name="Text 18">
                      <a:extLst>
                        <a:ext uri="{FF2B5EF4-FFF2-40B4-BE49-F238E27FC236}">
                          <a16:creationId xmlns:a16="http://schemas.microsoft.com/office/drawing/2014/main" id="{08E8D86D-25BA-2654-379A-C347C5B685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620" y="5459362"/>
                      <a:ext cx="3744000" cy="45720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GB" sz="1600" dirty="0">
                          <a:solidFill>
                            <a:srgbClr val="B4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Post-session feedback, plus polished PDF study plans.</a:t>
                      </a: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08650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835FA-F116-D98D-902E-DCB491D2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1F07BC0-6249-C2CE-1665-842A17E9C028}"/>
              </a:ext>
            </a:extLst>
          </p:cNvPr>
          <p:cNvGrpSpPr/>
          <p:nvPr/>
        </p:nvGrpSpPr>
        <p:grpSpPr>
          <a:xfrm>
            <a:off x="792480" y="663187"/>
            <a:ext cx="10607040" cy="5531627"/>
            <a:chOff x="792480" y="663187"/>
            <a:chExt cx="10607040" cy="553162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3A47815-1241-C1EA-2E5F-D9DDD7E7F546}"/>
                </a:ext>
              </a:extLst>
            </p:cNvPr>
            <p:cNvGrpSpPr/>
            <p:nvPr/>
          </p:nvGrpSpPr>
          <p:grpSpPr>
            <a:xfrm>
              <a:off x="792480" y="663187"/>
              <a:ext cx="8229600" cy="1444752"/>
              <a:chOff x="731520" y="548640"/>
              <a:chExt cx="8229600" cy="1444752"/>
            </a:xfrm>
          </p:grpSpPr>
          <p:sp>
            <p:nvSpPr>
              <p:cNvPr id="2" name="Shape 0">
                <a:extLst>
                  <a:ext uri="{FF2B5EF4-FFF2-40B4-BE49-F238E27FC236}">
                    <a16:creationId xmlns:a16="http://schemas.microsoft.com/office/drawing/2014/main" id="{7C6B2087-2004-0F26-32F8-AD7CF9200A25}"/>
                  </a:ext>
                </a:extLst>
              </p:cNvPr>
              <p:cNvSpPr/>
              <p:nvPr/>
            </p:nvSpPr>
            <p:spPr>
              <a:xfrm>
                <a:off x="731520" y="548640"/>
                <a:ext cx="192024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1A1030">
                  <a:alpha val="75000"/>
                </a:srgbClr>
              </a:solidFill>
              <a:ln w="15875">
                <a:solidFill>
                  <a:srgbClr val="EC4899"/>
                </a:solidFill>
                <a:prstDash val="solid"/>
              </a:ln>
            </p:spPr>
          </p:sp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3342D767-FF34-38A6-C3A5-0F4EEE972372}"/>
                  </a:ext>
                </a:extLst>
              </p:cNvPr>
              <p:cNvSpPr/>
              <p:nvPr/>
            </p:nvSpPr>
            <p:spPr>
              <a:xfrm>
                <a:off x="731520" y="548640"/>
                <a:ext cx="192024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kern="0" spc="100" dirty="0">
                    <a:solidFill>
                      <a:srgbClr val="EC48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WHAT'S NEXT</a:t>
                </a:r>
              </a:p>
            </p:txBody>
          </p:sp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84C68852-1FB8-4A73-0A34-4E82C25802E5}"/>
                  </a:ext>
                </a:extLst>
              </p:cNvPr>
              <p:cNvSpPr/>
              <p:nvPr/>
            </p:nvSpPr>
            <p:spPr>
              <a:xfrm>
                <a:off x="731520" y="1078992"/>
                <a:ext cx="822960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4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The Future of </a:t>
                </a:r>
                <a:r>
                  <a:rPr lang="en-US" sz="4000" b="1" dirty="0">
                    <a:solidFill>
                      <a:srgbClr val="4C8D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StudyNexus</a:t>
                </a:r>
                <a:endParaRPr lang="en-US" sz="4000" dirty="0"/>
              </a:p>
            </p:txBody>
          </p:sp>
        </p:grp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0738DF32-C1CE-BFBD-63A8-424FDC8D4DB4}"/>
                </a:ext>
              </a:extLst>
            </p:cNvPr>
            <p:cNvSpPr/>
            <p:nvPr/>
          </p:nvSpPr>
          <p:spPr>
            <a:xfrm>
              <a:off x="792480" y="226289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C8918EC-2D67-4397-D6BA-BC40DA7D6EC2}"/>
                </a:ext>
              </a:extLst>
            </p:cNvPr>
            <p:cNvGrpSpPr/>
            <p:nvPr/>
          </p:nvGrpSpPr>
          <p:grpSpPr>
            <a:xfrm>
              <a:off x="1133092" y="2573596"/>
              <a:ext cx="4393696" cy="1161676"/>
              <a:chOff x="1124712" y="2549542"/>
              <a:chExt cx="4393696" cy="1161676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11344BF-D674-8269-D8B1-3BE596BAC174}"/>
                  </a:ext>
                </a:extLst>
              </p:cNvPr>
              <p:cNvGrpSpPr/>
              <p:nvPr/>
            </p:nvGrpSpPr>
            <p:grpSpPr>
              <a:xfrm>
                <a:off x="1124712" y="2766592"/>
                <a:ext cx="566928" cy="566928"/>
                <a:chOff x="1048360" y="2404872"/>
                <a:chExt cx="566928" cy="566928"/>
              </a:xfrm>
            </p:grpSpPr>
            <p:sp>
              <p:nvSpPr>
                <p:cNvPr id="6" name="Shape 4">
                  <a:extLst>
                    <a:ext uri="{FF2B5EF4-FFF2-40B4-BE49-F238E27FC236}">
                      <a16:creationId xmlns:a16="http://schemas.microsoft.com/office/drawing/2014/main" id="{E5406263-69AB-CF92-C56C-0B0E27511EDA}"/>
                    </a:ext>
                  </a:extLst>
                </p:cNvPr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ellipse">
                  <a:avLst/>
                </a:prstGeom>
                <a:solidFill>
                  <a:srgbClr val="9B5CF6">
                    <a:alpha val="85000"/>
                  </a:srgbClr>
                </a:solidFill>
                <a:ln/>
              </p:spPr>
            </p:sp>
            <p:sp>
              <p:nvSpPr>
                <p:cNvPr id="7" name="Text 5">
                  <a:extLst>
                    <a:ext uri="{FF2B5EF4-FFF2-40B4-BE49-F238E27FC236}">
                      <a16:creationId xmlns:a16="http://schemas.microsoft.com/office/drawing/2014/main" id="{4EEF050F-4189-CBB0-ABC1-A4EBAF8522CC}"/>
                    </a:ext>
                  </a:extLst>
                </p:cNvPr>
                <p:cNvSpPr/>
                <p:nvPr/>
              </p:nvSpPr>
              <p:spPr>
                <a:xfrm>
                  <a:off x="104836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🧠</a:t>
                  </a:r>
                  <a:endParaRPr lang="en-US" sz="2200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9FCE1FC-2ADD-30A9-16C5-92F616477296}"/>
                  </a:ext>
                </a:extLst>
              </p:cNvPr>
              <p:cNvGrpSpPr/>
              <p:nvPr/>
            </p:nvGrpSpPr>
            <p:grpSpPr>
              <a:xfrm>
                <a:off x="1918408" y="2549542"/>
                <a:ext cx="3600000" cy="1161676"/>
                <a:chOff x="2024024" y="2559218"/>
                <a:chExt cx="3600000" cy="1161676"/>
              </a:xfrm>
            </p:grpSpPr>
            <p:sp>
              <p:nvSpPr>
                <p:cNvPr id="8" name="Text 6">
                  <a:extLst>
                    <a:ext uri="{FF2B5EF4-FFF2-40B4-BE49-F238E27FC236}">
                      <a16:creationId xmlns:a16="http://schemas.microsoft.com/office/drawing/2014/main" id="{A468E3AB-75AB-50A3-0F89-BE671C3656A3}"/>
                    </a:ext>
                  </a:extLst>
                </p:cNvPr>
                <p:cNvSpPr/>
                <p:nvPr/>
              </p:nvSpPr>
              <p:spPr>
                <a:xfrm>
                  <a:off x="2024024" y="2559218"/>
                  <a:ext cx="360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AI Task Evaluation</a:t>
                  </a:r>
                </a:p>
              </p:txBody>
            </p:sp>
            <p:sp>
              <p:nvSpPr>
                <p:cNvPr id="9" name="Text 7">
                  <a:extLst>
                    <a:ext uri="{FF2B5EF4-FFF2-40B4-BE49-F238E27FC236}">
                      <a16:creationId xmlns:a16="http://schemas.microsoft.com/office/drawing/2014/main" id="{A21BB6A2-8EC2-499F-BAFE-4021D0555477}"/>
                    </a:ext>
                  </a:extLst>
                </p:cNvPr>
                <p:cNvSpPr/>
                <p:nvPr/>
              </p:nvSpPr>
              <p:spPr>
                <a:xfrm>
                  <a:off x="2024024" y="3000894"/>
                  <a:ext cx="3600000" cy="72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NLP estimates task completion from a short student reflection rather than relying on self-reported guesses.</a:t>
                  </a:r>
                </a:p>
              </p:txBody>
            </p:sp>
          </p:grpSp>
        </p:grp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29270698-5677-8466-548F-B09B8F1CA0FD}"/>
                </a:ext>
              </a:extLst>
            </p:cNvPr>
            <p:cNvSpPr/>
            <p:nvPr/>
          </p:nvSpPr>
          <p:spPr>
            <a:xfrm>
              <a:off x="6324600" y="226289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10CF3E5-66B4-D731-6849-0DE21CACE7E6}"/>
                </a:ext>
              </a:extLst>
            </p:cNvPr>
            <p:cNvGrpSpPr/>
            <p:nvPr/>
          </p:nvGrpSpPr>
          <p:grpSpPr>
            <a:xfrm>
              <a:off x="6746858" y="2662035"/>
              <a:ext cx="4396934" cy="983237"/>
              <a:chOff x="6573441" y="2547981"/>
              <a:chExt cx="4396934" cy="98323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F8D31EF-7A31-ACC2-C68E-CE8CF89EDED5}"/>
                  </a:ext>
                </a:extLst>
              </p:cNvPr>
              <p:cNvGrpSpPr/>
              <p:nvPr/>
            </p:nvGrpSpPr>
            <p:grpSpPr>
              <a:xfrm>
                <a:off x="6573441" y="2766592"/>
                <a:ext cx="566928" cy="566928"/>
                <a:chOff x="6580480" y="2404872"/>
                <a:chExt cx="566928" cy="566928"/>
              </a:xfrm>
            </p:grpSpPr>
            <p:sp>
              <p:nvSpPr>
                <p:cNvPr id="11" name="Shape 9">
                  <a:extLst>
                    <a:ext uri="{FF2B5EF4-FFF2-40B4-BE49-F238E27FC236}">
                      <a16:creationId xmlns:a16="http://schemas.microsoft.com/office/drawing/2014/main" id="{43AE33D4-EC2B-15EB-7857-7D61AA4DBA03}"/>
                    </a:ext>
                  </a:extLst>
                </p:cNvPr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ellipse">
                  <a:avLst/>
                </a:prstGeom>
                <a:solidFill>
                  <a:srgbClr val="4C8DFF">
                    <a:alpha val="85000"/>
                  </a:srgbClr>
                </a:solidFill>
                <a:ln/>
              </p:spPr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10023471-F984-6A9A-3C1C-19F637D1F477}"/>
                    </a:ext>
                  </a:extLst>
                </p:cNvPr>
                <p:cNvSpPr/>
                <p:nvPr/>
              </p:nvSpPr>
              <p:spPr>
                <a:xfrm>
                  <a:off x="6580480" y="240487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2200" dirty="0">
                      <a:solidFill>
                        <a:srgbClr val="000000"/>
                      </a:solidFill>
                    </a:rPr>
                    <a:t>💬</a:t>
                  </a:r>
                  <a:endParaRPr lang="en-US" sz="2200" dirty="0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03CE871-8857-F56D-72FB-87AB7B9C1C5F}"/>
                  </a:ext>
                </a:extLst>
              </p:cNvPr>
              <p:cNvGrpSpPr/>
              <p:nvPr/>
            </p:nvGrpSpPr>
            <p:grpSpPr>
              <a:xfrm>
                <a:off x="7370375" y="2547981"/>
                <a:ext cx="3600000" cy="983237"/>
                <a:chOff x="7457878" y="2547981"/>
                <a:chExt cx="3600000" cy="983237"/>
              </a:xfrm>
            </p:grpSpPr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C5862E28-C1E2-3280-F5B7-06C91E1D88F8}"/>
                    </a:ext>
                  </a:extLst>
                </p:cNvPr>
                <p:cNvSpPr/>
                <p:nvPr/>
              </p:nvSpPr>
              <p:spPr>
                <a:xfrm>
                  <a:off x="7457878" y="2547981"/>
                  <a:ext cx="3600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Transparent Scoring</a:t>
                  </a:r>
                </a:p>
              </p:txBody>
            </p:sp>
            <p:sp>
              <p:nvSpPr>
                <p:cNvPr id="14" name="Text 12">
                  <a:extLst>
                    <a:ext uri="{FF2B5EF4-FFF2-40B4-BE49-F238E27FC236}">
                      <a16:creationId xmlns:a16="http://schemas.microsoft.com/office/drawing/2014/main" id="{7F34DFA0-A7DA-29CF-006A-34CB44EB6FD0}"/>
                    </a:ext>
                  </a:extLst>
                </p:cNvPr>
                <p:cNvSpPr/>
                <p:nvPr/>
              </p:nvSpPr>
              <p:spPr>
                <a:xfrm>
                  <a:off x="7457878" y="299121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AI explains which objectives were met — and which weren't.</a:t>
                  </a:r>
                  <a:endParaRPr lang="en-US" sz="1600" dirty="0"/>
                </a:p>
              </p:txBody>
            </p:sp>
          </p:grpSp>
        </p:grp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D7B30C53-D4DD-1673-AD88-CFE2AB485E89}"/>
                </a:ext>
              </a:extLst>
            </p:cNvPr>
            <p:cNvSpPr/>
            <p:nvPr/>
          </p:nvSpPr>
          <p:spPr>
            <a:xfrm>
              <a:off x="792480" y="441173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60FCF04-8209-2CB4-74A8-A309E728423A}"/>
                </a:ext>
              </a:extLst>
            </p:cNvPr>
            <p:cNvGrpSpPr/>
            <p:nvPr/>
          </p:nvGrpSpPr>
          <p:grpSpPr>
            <a:xfrm>
              <a:off x="1133092" y="4812436"/>
              <a:ext cx="4393696" cy="981676"/>
              <a:chOff x="1132940" y="4698382"/>
              <a:chExt cx="4393696" cy="98167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5CDC204-535E-714D-1798-2522FA833309}"/>
                  </a:ext>
                </a:extLst>
              </p:cNvPr>
              <p:cNvGrpSpPr/>
              <p:nvPr/>
            </p:nvGrpSpPr>
            <p:grpSpPr>
              <a:xfrm>
                <a:off x="1132940" y="4905756"/>
                <a:ext cx="566928" cy="566928"/>
                <a:chOff x="1048360" y="4553712"/>
                <a:chExt cx="566928" cy="566928"/>
              </a:xfrm>
            </p:grpSpPr>
            <p:sp>
              <p:nvSpPr>
                <p:cNvPr id="16" name="Shape 14">
                  <a:extLst>
                    <a:ext uri="{FF2B5EF4-FFF2-40B4-BE49-F238E27FC236}">
                      <a16:creationId xmlns:a16="http://schemas.microsoft.com/office/drawing/2014/main" id="{BD116EEA-F420-B7A6-9A0C-FDC814370AB8}"/>
                    </a:ext>
                  </a:extLst>
                </p:cNvPr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ellipse">
                  <a:avLst/>
                </a:prstGeom>
                <a:solidFill>
                  <a:srgbClr val="EC4899">
                    <a:alpha val="85000"/>
                  </a:srgbClr>
                </a:solidFill>
                <a:ln/>
              </p:spPr>
            </p:sp>
            <p:sp>
              <p:nvSpPr>
                <p:cNvPr id="17" name="Text 15">
                  <a:extLst>
                    <a:ext uri="{FF2B5EF4-FFF2-40B4-BE49-F238E27FC236}">
                      <a16:creationId xmlns:a16="http://schemas.microsoft.com/office/drawing/2014/main" id="{B40F4400-5134-DC55-A9DA-AE099F8E3D84}"/>
                    </a:ext>
                  </a:extLst>
                </p:cNvPr>
                <p:cNvSpPr/>
                <p:nvPr/>
              </p:nvSpPr>
              <p:spPr>
                <a:xfrm>
                  <a:off x="104836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👥</a:t>
                  </a:r>
                  <a:endParaRPr lang="en-US" sz="2200" dirty="0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169BE3A3-4020-F8F1-9AFE-C9BD266B67C5}"/>
                  </a:ext>
                </a:extLst>
              </p:cNvPr>
              <p:cNvGrpSpPr/>
              <p:nvPr/>
            </p:nvGrpSpPr>
            <p:grpSpPr>
              <a:xfrm>
                <a:off x="1926636" y="4698382"/>
                <a:ext cx="3600000" cy="981676"/>
                <a:chOff x="1926636" y="4698382"/>
                <a:chExt cx="3600000" cy="981676"/>
              </a:xfrm>
            </p:grpSpPr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61AE0D23-42A0-466D-DC07-35278BC836A4}"/>
                    </a:ext>
                  </a:extLst>
                </p:cNvPr>
                <p:cNvSpPr/>
                <p:nvPr/>
              </p:nvSpPr>
              <p:spPr>
                <a:xfrm>
                  <a:off x="1926636" y="4698382"/>
                  <a:ext cx="2952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Collaborative Groups</a:t>
                  </a:r>
                  <a:endParaRPr lang="en-US" sz="2400" dirty="0"/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343B47F7-BC07-32F4-F4C8-56B9F9FBD3A9}"/>
                    </a:ext>
                  </a:extLst>
                </p:cNvPr>
                <p:cNvSpPr/>
                <p:nvPr/>
              </p:nvSpPr>
              <p:spPr>
                <a:xfrm>
                  <a:off x="1926636" y="514005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Shared sessions with peers for motivation &amp; accountability.</a:t>
                  </a:r>
                  <a:endParaRPr lang="en-US" sz="1600" dirty="0"/>
                </a:p>
              </p:txBody>
            </p:sp>
          </p:grpSp>
        </p:grp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CAB208F4-72BC-7A59-19BA-2E6D0798564D}"/>
                </a:ext>
              </a:extLst>
            </p:cNvPr>
            <p:cNvSpPr/>
            <p:nvPr/>
          </p:nvSpPr>
          <p:spPr>
            <a:xfrm>
              <a:off x="6324600" y="4411734"/>
              <a:ext cx="5074920" cy="1783080"/>
            </a:xfrm>
            <a:prstGeom prst="roundRect">
              <a:avLst>
                <a:gd name="adj" fmla="val 7179"/>
              </a:avLst>
            </a:prstGeom>
            <a:solidFill>
              <a:srgbClr val="FFFFFF">
                <a:alpha val="9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1524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BA3A902-9185-0CA2-8F59-564BEF36A0D4}"/>
                </a:ext>
              </a:extLst>
            </p:cNvPr>
            <p:cNvGrpSpPr/>
            <p:nvPr/>
          </p:nvGrpSpPr>
          <p:grpSpPr>
            <a:xfrm>
              <a:off x="6746858" y="4812436"/>
              <a:ext cx="4396934" cy="981676"/>
              <a:chOff x="6663441" y="4698382"/>
              <a:chExt cx="4396934" cy="98167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90CEC68-2318-752E-9F23-97568F919BE4}"/>
                  </a:ext>
                </a:extLst>
              </p:cNvPr>
              <p:cNvGrpSpPr/>
              <p:nvPr/>
            </p:nvGrpSpPr>
            <p:grpSpPr>
              <a:xfrm>
                <a:off x="6663441" y="4905756"/>
                <a:ext cx="566928" cy="566928"/>
                <a:chOff x="6580480" y="4553712"/>
                <a:chExt cx="566928" cy="566928"/>
              </a:xfrm>
            </p:grpSpPr>
            <p:sp>
              <p:nvSpPr>
                <p:cNvPr id="21" name="Shape 19">
                  <a:extLst>
                    <a:ext uri="{FF2B5EF4-FFF2-40B4-BE49-F238E27FC236}">
                      <a16:creationId xmlns:a16="http://schemas.microsoft.com/office/drawing/2014/main" id="{B3CB4015-F245-8B6C-674E-2245A7E14E38}"/>
                    </a:ext>
                  </a:extLst>
                </p:cNvPr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ellipse">
                  <a:avLst/>
                </a:prstGeom>
                <a:solidFill>
                  <a:srgbClr val="FFD93D">
                    <a:alpha val="85000"/>
                  </a:srgbClr>
                </a:solidFill>
                <a:ln/>
              </p:spPr>
            </p:sp>
            <p:sp>
              <p:nvSpPr>
                <p:cNvPr id="22" name="Text 20">
                  <a:extLst>
                    <a:ext uri="{FF2B5EF4-FFF2-40B4-BE49-F238E27FC236}">
                      <a16:creationId xmlns:a16="http://schemas.microsoft.com/office/drawing/2014/main" id="{C8D323C4-F5FD-D33F-8739-EF7A4A9D85BD}"/>
                    </a:ext>
                  </a:extLst>
                </p:cNvPr>
                <p:cNvSpPr/>
                <p:nvPr/>
              </p:nvSpPr>
              <p:spPr>
                <a:xfrm>
                  <a:off x="6580480" y="4553712"/>
                  <a:ext cx="566928" cy="56692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🔒</a:t>
                  </a:r>
                  <a:endParaRPr lang="en-US" sz="2200" dirty="0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329D0C6-9B04-035B-5947-AC2C7F9E6EF3}"/>
                  </a:ext>
                </a:extLst>
              </p:cNvPr>
              <p:cNvGrpSpPr/>
              <p:nvPr/>
            </p:nvGrpSpPr>
            <p:grpSpPr>
              <a:xfrm>
                <a:off x="7460375" y="4698382"/>
                <a:ext cx="3600000" cy="981676"/>
                <a:chOff x="10848865" y="2549542"/>
                <a:chExt cx="3600000" cy="981676"/>
              </a:xfrm>
            </p:grpSpPr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58F9B350-49AE-DB72-3C40-10458C634061}"/>
                    </a:ext>
                  </a:extLst>
                </p:cNvPr>
                <p:cNvSpPr/>
                <p:nvPr/>
              </p:nvSpPr>
              <p:spPr>
                <a:xfrm>
                  <a:off x="10848865" y="2549542"/>
                  <a:ext cx="33120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Privacy-First Verification</a:t>
                  </a:r>
                  <a:endParaRPr lang="en-US" sz="2400" dirty="0"/>
                </a:p>
              </p:txBody>
            </p:sp>
            <p:sp>
              <p:nvSpPr>
                <p:cNvPr id="24" name="Text 22">
                  <a:extLst>
                    <a:ext uri="{FF2B5EF4-FFF2-40B4-BE49-F238E27FC236}">
                      <a16:creationId xmlns:a16="http://schemas.microsoft.com/office/drawing/2014/main" id="{262A12D8-19F6-4E96-9868-74FE2AF13DE6}"/>
                    </a:ext>
                  </a:extLst>
                </p:cNvPr>
                <p:cNvSpPr/>
                <p:nvPr/>
              </p:nvSpPr>
              <p:spPr>
                <a:xfrm>
                  <a:off x="10848865" y="2991218"/>
                  <a:ext cx="3600000" cy="5400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GB" sz="1600" dirty="0">
                      <a:solidFill>
                        <a:srgbClr val="B4B4C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Consent-based snapshots replace continuous video calls.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6666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C417355D-BEAB-E3C3-7489-7037921447CD}"/>
              </a:ext>
            </a:extLst>
          </p:cNvPr>
          <p:cNvSpPr/>
          <p:nvPr/>
        </p:nvSpPr>
        <p:spPr>
          <a:xfrm>
            <a:off x="696000" y="549000"/>
            <a:ext cx="10800000" cy="5760000"/>
          </a:xfrm>
          <a:prstGeom prst="roundRect">
            <a:avLst>
              <a:gd name="adj" fmla="val 71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C41EB0-1FDF-1E75-563D-D75D50000043}"/>
              </a:ext>
            </a:extLst>
          </p:cNvPr>
          <p:cNvGrpSpPr/>
          <p:nvPr/>
        </p:nvGrpSpPr>
        <p:grpSpPr>
          <a:xfrm>
            <a:off x="2316000" y="1360170"/>
            <a:ext cx="7560000" cy="4137660"/>
            <a:chOff x="2316000" y="1360170"/>
            <a:chExt cx="7560000" cy="413766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88EE7B2-0849-4981-8A2C-155A6BE202DB}"/>
                </a:ext>
              </a:extLst>
            </p:cNvPr>
            <p:cNvGrpSpPr/>
            <p:nvPr/>
          </p:nvGrpSpPr>
          <p:grpSpPr>
            <a:xfrm>
              <a:off x="2316000" y="1360170"/>
              <a:ext cx="7560000" cy="3509010"/>
              <a:chOff x="2316000" y="1360170"/>
              <a:chExt cx="7560000" cy="3509010"/>
            </a:xfrm>
          </p:grpSpPr>
          <p:sp>
            <p:nvSpPr>
              <p:cNvPr id="2" name="Text 0"/>
              <p:cNvSpPr/>
              <p:nvPr/>
            </p:nvSpPr>
            <p:spPr>
              <a:xfrm>
                <a:off x="2316000" y="1360170"/>
                <a:ext cx="7560000" cy="2011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5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Plan Smart.</a:t>
                </a:r>
                <a:endParaRPr lang="en-US" sz="5400" dirty="0"/>
              </a:p>
              <a:p>
                <a:pPr marL="0" indent="0" algn="ctr">
                  <a:buNone/>
                </a:pPr>
                <a:r>
                  <a:rPr lang="en-US" sz="5400" b="1" dirty="0">
                    <a:solidFill>
                      <a:srgbClr val="9B5CF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Study Better.</a:t>
                </a:r>
                <a:endParaRPr lang="en-US" sz="5400" dirty="0"/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3346938" y="3463290"/>
                <a:ext cx="5498123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dirty="0">
                    <a:solidFill>
                      <a:srgbClr val="B4B4C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StudyNexus — Graduation Project by Malak Yazbek, supervised by Dr. Mokhaiber Dandash</a:t>
                </a:r>
                <a:endParaRPr lang="en-US" sz="1500" dirty="0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CB8E556-E34E-A5B9-4E5A-CD20144C774C}"/>
                  </a:ext>
                </a:extLst>
              </p:cNvPr>
              <p:cNvGrpSpPr/>
              <p:nvPr/>
            </p:nvGrpSpPr>
            <p:grpSpPr>
              <a:xfrm>
                <a:off x="5129494" y="4274820"/>
                <a:ext cx="1933009" cy="594360"/>
                <a:chOff x="5129496" y="4103370"/>
                <a:chExt cx="1933009" cy="594360"/>
              </a:xfrm>
            </p:grpSpPr>
            <p:sp>
              <p:nvSpPr>
                <p:cNvPr id="4" name="Shape 2"/>
                <p:cNvSpPr/>
                <p:nvPr/>
              </p:nvSpPr>
              <p:spPr>
                <a:xfrm>
                  <a:off x="5129496" y="4103370"/>
                  <a:ext cx="1933009" cy="594360"/>
                </a:xfrm>
                <a:prstGeom prst="roundRect">
                  <a:avLst>
                    <a:gd name="adj" fmla="val 49231"/>
                  </a:avLst>
                </a:prstGeom>
                <a:solidFill>
                  <a:srgbClr val="D6459B"/>
                </a:solidFill>
                <a:ln/>
                <a:effectLst>
                  <a:outerShdw blurRad="127000" dist="38100" dir="5400000" algn="bl" rotWithShape="0">
                    <a:srgbClr val="000000">
                      <a:alpha val="35000"/>
                    </a:srgbClr>
                  </a:outerShdw>
                </a:effectLst>
              </p:spPr>
            </p:sp>
            <p:sp>
              <p:nvSpPr>
                <p:cNvPr id="5" name="Text 3"/>
                <p:cNvSpPr/>
                <p:nvPr/>
              </p:nvSpPr>
              <p:spPr>
                <a:xfrm>
                  <a:off x="5129496" y="4103370"/>
                  <a:ext cx="1933009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Thank You</a:t>
                  </a:r>
                  <a:endParaRPr lang="en-US" sz="1500" dirty="0"/>
                </a:p>
              </p:txBody>
            </p:sp>
          </p:grpSp>
        </p:grpSp>
        <p:sp>
          <p:nvSpPr>
            <p:cNvPr id="6" name="Text 4"/>
            <p:cNvSpPr/>
            <p:nvPr/>
          </p:nvSpPr>
          <p:spPr>
            <a:xfrm>
              <a:off x="3395998" y="5132070"/>
              <a:ext cx="5400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8B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Islamic University of Lebanon   ·   Dept. of Computer Science   ·   2025 – 2026</a:t>
              </a:r>
              <a:endParaRPr lang="en-US" sz="12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839</Words>
  <Application>Microsoft Office PowerPoint</Application>
  <PresentationFormat>Widescreen</PresentationFormat>
  <Paragraphs>196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Starfield Vibes Template</dc:title>
  <dc:subject>PptxGenJS Presentation</dc:subject>
  <dc:creator>Sample Deck</dc:creator>
  <cp:lastModifiedBy>Malak Yazbek</cp:lastModifiedBy>
  <cp:revision>2</cp:revision>
  <dcterms:created xsi:type="dcterms:W3CDTF">2026-07-06T19:59:41Z</dcterms:created>
  <dcterms:modified xsi:type="dcterms:W3CDTF">2026-10-28T13:17:03Z</dcterms:modified>
</cp:coreProperties>
</file>